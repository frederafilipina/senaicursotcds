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2" r:id="rId1"/>
  </p:sldMasterIdLst>
  <p:notesMasterIdLst>
    <p:notesMasterId r:id="rId20"/>
  </p:notesMasterIdLst>
  <p:sldIdLst>
    <p:sldId id="490" r:id="rId2"/>
    <p:sldId id="259" r:id="rId3"/>
    <p:sldId id="503" r:id="rId4"/>
    <p:sldId id="322" r:id="rId5"/>
    <p:sldId id="517" r:id="rId6"/>
    <p:sldId id="507" r:id="rId7"/>
    <p:sldId id="518" r:id="rId8"/>
    <p:sldId id="519" r:id="rId9"/>
    <p:sldId id="520" r:id="rId10"/>
    <p:sldId id="526" r:id="rId11"/>
    <p:sldId id="521" r:id="rId12"/>
    <p:sldId id="522" r:id="rId13"/>
    <p:sldId id="523" r:id="rId14"/>
    <p:sldId id="524" r:id="rId15"/>
    <p:sldId id="525" r:id="rId16"/>
    <p:sldId id="527" r:id="rId17"/>
    <p:sldId id="378" r:id="rId18"/>
    <p:sldId id="513"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FF"/>
    <a:srgbClr val="ABE852"/>
    <a:srgbClr val="80359B"/>
    <a:srgbClr val="853DC7"/>
    <a:srgbClr val="BB7BDF"/>
    <a:srgbClr val="532264"/>
    <a:srgbClr val="A753D5"/>
    <a:srgbClr val="CCFF66"/>
    <a:srgbClr val="92D050"/>
    <a:srgbClr val="0579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58DF170-8F08-43B5-AB18-4413EC5CB77C}">
  <a:tblStyle styleId="{458DF170-8F08-43B5-AB18-4413EC5CB77C}"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44" autoAdjust="0"/>
    <p:restoredTop sz="90013" autoAdjust="0"/>
  </p:normalViewPr>
  <p:slideViewPr>
    <p:cSldViewPr snapToGrid="0">
      <p:cViewPr varScale="1">
        <p:scale>
          <a:sx n="131" d="100"/>
          <a:sy n="131" d="100"/>
        </p:scale>
        <p:origin x="156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5EDE4-6A69-3B1C-7ABE-8CB7791AF8A4}"/>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pt-BR"/>
          </a:p>
        </p:txBody>
      </p:sp>
      <p:sp>
        <p:nvSpPr>
          <p:cNvPr id="3" name="Subtitle 2">
            <a:extLst>
              <a:ext uri="{FF2B5EF4-FFF2-40B4-BE49-F238E27FC236}">
                <a16:creationId xmlns:a16="http://schemas.microsoft.com/office/drawing/2014/main" id="{29A4EFBA-46B3-5976-2279-A8210FCA820D}"/>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pt-BR"/>
          </a:p>
        </p:txBody>
      </p:sp>
      <p:sp>
        <p:nvSpPr>
          <p:cNvPr id="4" name="Date Placeholder 3">
            <a:extLst>
              <a:ext uri="{FF2B5EF4-FFF2-40B4-BE49-F238E27FC236}">
                <a16:creationId xmlns:a16="http://schemas.microsoft.com/office/drawing/2014/main" id="{DA427F6C-CB4F-92B3-FB17-C90D97B7BB8E}"/>
              </a:ext>
            </a:extLst>
          </p:cNvPr>
          <p:cNvSpPr>
            <a:spLocks noGrp="1"/>
          </p:cNvSpPr>
          <p:nvPr>
            <p:ph type="dt" sz="half" idx="10"/>
          </p:nvPr>
        </p:nvSpPr>
        <p:spPr/>
        <p:txBody>
          <a:bodyPr/>
          <a:lstStyle/>
          <a:p>
            <a:fld id="{DCC0F583-AECB-4829-8FF7-E6F6E348291A}" type="datetimeFigureOut">
              <a:rPr lang="pt-BR" smtClean="0"/>
              <a:t>19/11/2025</a:t>
            </a:fld>
            <a:endParaRPr lang="pt-BR"/>
          </a:p>
        </p:txBody>
      </p:sp>
      <p:sp>
        <p:nvSpPr>
          <p:cNvPr id="5" name="Footer Placeholder 4">
            <a:extLst>
              <a:ext uri="{FF2B5EF4-FFF2-40B4-BE49-F238E27FC236}">
                <a16:creationId xmlns:a16="http://schemas.microsoft.com/office/drawing/2014/main" id="{1D885109-876A-FBD2-04CD-45A879FA8819}"/>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93945B46-54C7-FFC9-78C5-6A720BE1023F}"/>
              </a:ext>
            </a:extLst>
          </p:cNvPr>
          <p:cNvSpPr>
            <a:spLocks noGrp="1"/>
          </p:cNvSpPr>
          <p:nvPr>
            <p:ph type="sldNum" sz="quarter" idx="12"/>
          </p:nvPr>
        </p:nvSpPr>
        <p:spPr/>
        <p:txBody>
          <a:bodyPr/>
          <a:lstStyle/>
          <a:p>
            <a:fld id="{4202B304-25E4-44F7-A241-D252661AA04A}" type="slidenum">
              <a:rPr lang="pt-BR" smtClean="0"/>
              <a:t>‹nº›</a:t>
            </a:fld>
            <a:endParaRPr lang="pt-BR"/>
          </a:p>
        </p:txBody>
      </p:sp>
    </p:spTree>
    <p:extLst>
      <p:ext uri="{BB962C8B-B14F-4D97-AF65-F5344CB8AC3E}">
        <p14:creationId xmlns:p14="http://schemas.microsoft.com/office/powerpoint/2010/main" val="2528090876"/>
      </p:ext>
    </p:extLst>
  </p:cSld>
  <p:clrMapOvr>
    <a:masterClrMapping/>
  </p:clrMapOvr>
  <p:transition>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5B5E6-0488-66C9-BCB6-7FB635302F6A}"/>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5ECCA88A-2236-9FE4-8182-0F5A57F51D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8A005609-AB36-1DD0-09C4-B46096E120D1}"/>
              </a:ext>
            </a:extLst>
          </p:cNvPr>
          <p:cNvSpPr>
            <a:spLocks noGrp="1"/>
          </p:cNvSpPr>
          <p:nvPr>
            <p:ph type="dt" sz="half" idx="10"/>
          </p:nvPr>
        </p:nvSpPr>
        <p:spPr/>
        <p:txBody>
          <a:bodyPr/>
          <a:lstStyle/>
          <a:p>
            <a:fld id="{DCC0F583-AECB-4829-8FF7-E6F6E348291A}" type="datetimeFigureOut">
              <a:rPr lang="pt-BR" smtClean="0"/>
              <a:t>19/11/2025</a:t>
            </a:fld>
            <a:endParaRPr lang="pt-BR"/>
          </a:p>
        </p:txBody>
      </p:sp>
      <p:sp>
        <p:nvSpPr>
          <p:cNvPr id="5" name="Footer Placeholder 4">
            <a:extLst>
              <a:ext uri="{FF2B5EF4-FFF2-40B4-BE49-F238E27FC236}">
                <a16:creationId xmlns:a16="http://schemas.microsoft.com/office/drawing/2014/main" id="{DE9CA631-F75B-3081-5620-C18C1010014C}"/>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FD5CF462-3611-7DBE-96EA-8E5F71F08018}"/>
              </a:ext>
            </a:extLst>
          </p:cNvPr>
          <p:cNvSpPr>
            <a:spLocks noGrp="1"/>
          </p:cNvSpPr>
          <p:nvPr>
            <p:ph type="sldNum" sz="quarter" idx="12"/>
          </p:nvPr>
        </p:nvSpPr>
        <p:spPr/>
        <p:txBody>
          <a:bodyPr/>
          <a:lstStyle/>
          <a:p>
            <a:fld id="{4202B304-25E4-44F7-A241-D252661AA04A}" type="slidenum">
              <a:rPr lang="pt-BR" smtClean="0"/>
              <a:t>‹nº›</a:t>
            </a:fld>
            <a:endParaRPr lang="pt-BR"/>
          </a:p>
        </p:txBody>
      </p:sp>
    </p:spTree>
    <p:extLst>
      <p:ext uri="{BB962C8B-B14F-4D97-AF65-F5344CB8AC3E}">
        <p14:creationId xmlns:p14="http://schemas.microsoft.com/office/powerpoint/2010/main" val="2032592729"/>
      </p:ext>
    </p:extLst>
  </p:cSld>
  <p:clrMapOvr>
    <a:masterClrMapping/>
  </p:clrMapOvr>
  <p:transition>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AA8A-4569-D0B2-81F7-00940A7D6D2D}"/>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3BFD4B40-2CC7-AD6E-1B00-AFBA5B83022E}"/>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E75C7B-635D-492D-56F2-37975C82D710}"/>
              </a:ext>
            </a:extLst>
          </p:cNvPr>
          <p:cNvSpPr>
            <a:spLocks noGrp="1"/>
          </p:cNvSpPr>
          <p:nvPr>
            <p:ph type="dt" sz="half" idx="10"/>
          </p:nvPr>
        </p:nvSpPr>
        <p:spPr/>
        <p:txBody>
          <a:bodyPr/>
          <a:lstStyle/>
          <a:p>
            <a:fld id="{DCC0F583-AECB-4829-8FF7-E6F6E348291A}" type="datetimeFigureOut">
              <a:rPr lang="pt-BR" smtClean="0"/>
              <a:t>19/11/2025</a:t>
            </a:fld>
            <a:endParaRPr lang="pt-BR"/>
          </a:p>
        </p:txBody>
      </p:sp>
      <p:sp>
        <p:nvSpPr>
          <p:cNvPr id="5" name="Footer Placeholder 4">
            <a:extLst>
              <a:ext uri="{FF2B5EF4-FFF2-40B4-BE49-F238E27FC236}">
                <a16:creationId xmlns:a16="http://schemas.microsoft.com/office/drawing/2014/main" id="{AF60CE7F-C22D-DE09-C8A0-EC2FA74C9AB4}"/>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A8EDEEEF-BBD2-BA86-6F75-93C986E04A47}"/>
              </a:ext>
            </a:extLst>
          </p:cNvPr>
          <p:cNvSpPr>
            <a:spLocks noGrp="1"/>
          </p:cNvSpPr>
          <p:nvPr>
            <p:ph type="sldNum" sz="quarter" idx="12"/>
          </p:nvPr>
        </p:nvSpPr>
        <p:spPr/>
        <p:txBody>
          <a:bodyPr/>
          <a:lstStyle/>
          <a:p>
            <a:fld id="{4202B304-25E4-44F7-A241-D252661AA04A}" type="slidenum">
              <a:rPr lang="pt-BR" smtClean="0"/>
              <a:t>‹nº›</a:t>
            </a:fld>
            <a:endParaRPr lang="pt-BR"/>
          </a:p>
        </p:txBody>
      </p:sp>
    </p:spTree>
    <p:extLst>
      <p:ext uri="{BB962C8B-B14F-4D97-AF65-F5344CB8AC3E}">
        <p14:creationId xmlns:p14="http://schemas.microsoft.com/office/powerpoint/2010/main" val="2339992704"/>
      </p:ext>
    </p:extLst>
  </p:cSld>
  <p:clrMapOvr>
    <a:masterClrMapping/>
  </p:clrMapOvr>
  <p:transition>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41773-E9EB-AA10-AD57-DFEC9AB8648C}"/>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7E1E4D89-DB39-7626-EE43-F01D3959192D}"/>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Content Placeholder 3">
            <a:extLst>
              <a:ext uri="{FF2B5EF4-FFF2-40B4-BE49-F238E27FC236}">
                <a16:creationId xmlns:a16="http://schemas.microsoft.com/office/drawing/2014/main" id="{2E9A42A5-048E-AF77-08E6-454524945C4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Date Placeholder 4">
            <a:extLst>
              <a:ext uri="{FF2B5EF4-FFF2-40B4-BE49-F238E27FC236}">
                <a16:creationId xmlns:a16="http://schemas.microsoft.com/office/drawing/2014/main" id="{D8656B3B-4CCA-6E8E-5F6F-AB72C36F96DC}"/>
              </a:ext>
            </a:extLst>
          </p:cNvPr>
          <p:cNvSpPr>
            <a:spLocks noGrp="1"/>
          </p:cNvSpPr>
          <p:nvPr>
            <p:ph type="dt" sz="half" idx="10"/>
          </p:nvPr>
        </p:nvSpPr>
        <p:spPr/>
        <p:txBody>
          <a:bodyPr/>
          <a:lstStyle/>
          <a:p>
            <a:fld id="{DCC0F583-AECB-4829-8FF7-E6F6E348291A}" type="datetimeFigureOut">
              <a:rPr lang="pt-BR" smtClean="0"/>
              <a:t>19/11/2025</a:t>
            </a:fld>
            <a:endParaRPr lang="pt-BR"/>
          </a:p>
        </p:txBody>
      </p:sp>
      <p:sp>
        <p:nvSpPr>
          <p:cNvPr id="6" name="Footer Placeholder 5">
            <a:extLst>
              <a:ext uri="{FF2B5EF4-FFF2-40B4-BE49-F238E27FC236}">
                <a16:creationId xmlns:a16="http://schemas.microsoft.com/office/drawing/2014/main" id="{EC46A589-62E5-4EAD-41B8-B0EAAE71E6D5}"/>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C0C36B5C-349F-19E3-FBE4-F46919E3513D}"/>
              </a:ext>
            </a:extLst>
          </p:cNvPr>
          <p:cNvSpPr>
            <a:spLocks noGrp="1"/>
          </p:cNvSpPr>
          <p:nvPr>
            <p:ph type="sldNum" sz="quarter" idx="12"/>
          </p:nvPr>
        </p:nvSpPr>
        <p:spPr/>
        <p:txBody>
          <a:bodyPr/>
          <a:lstStyle/>
          <a:p>
            <a:fld id="{4202B304-25E4-44F7-A241-D252661AA04A}" type="slidenum">
              <a:rPr lang="pt-BR" smtClean="0"/>
              <a:t>‹nº›</a:t>
            </a:fld>
            <a:endParaRPr lang="pt-BR"/>
          </a:p>
        </p:txBody>
      </p:sp>
    </p:spTree>
    <p:extLst>
      <p:ext uri="{BB962C8B-B14F-4D97-AF65-F5344CB8AC3E}">
        <p14:creationId xmlns:p14="http://schemas.microsoft.com/office/powerpoint/2010/main" val="4249067247"/>
      </p:ext>
    </p:extLst>
  </p:cSld>
  <p:clrMapOvr>
    <a:masterClrMapping/>
  </p:clrMapOvr>
  <p:transition>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6D2F0-FA0E-127A-4F8E-A000A1F0B7E3}"/>
              </a:ext>
            </a:extLst>
          </p:cNvPr>
          <p:cNvSpPr>
            <a:spLocks noGrp="1"/>
          </p:cNvSpPr>
          <p:nvPr>
            <p:ph type="title"/>
          </p:nvPr>
        </p:nvSpPr>
        <p:spPr>
          <a:xfrm>
            <a:off x="629841" y="273844"/>
            <a:ext cx="7886700" cy="994172"/>
          </a:xfrm>
        </p:spPr>
        <p:txBody>
          <a:bodyPr/>
          <a:lstStyle/>
          <a:p>
            <a:r>
              <a:rPr lang="en-US"/>
              <a:t>Click to edit Master title style</a:t>
            </a:r>
            <a:endParaRPr lang="pt-BR"/>
          </a:p>
        </p:txBody>
      </p:sp>
      <p:sp>
        <p:nvSpPr>
          <p:cNvPr id="3" name="Text Placeholder 2">
            <a:extLst>
              <a:ext uri="{FF2B5EF4-FFF2-40B4-BE49-F238E27FC236}">
                <a16:creationId xmlns:a16="http://schemas.microsoft.com/office/drawing/2014/main" id="{14783205-281F-8D6D-C1F5-0866F75FDFDD}"/>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A33B3B1-6255-8D00-FC4C-154EECE89664}"/>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Text Placeholder 4">
            <a:extLst>
              <a:ext uri="{FF2B5EF4-FFF2-40B4-BE49-F238E27FC236}">
                <a16:creationId xmlns:a16="http://schemas.microsoft.com/office/drawing/2014/main" id="{6E68A9A3-7E75-DC12-89A7-4A92B941769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872747A-4679-BCC4-8E4E-403411724FBB}"/>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7" name="Date Placeholder 6">
            <a:extLst>
              <a:ext uri="{FF2B5EF4-FFF2-40B4-BE49-F238E27FC236}">
                <a16:creationId xmlns:a16="http://schemas.microsoft.com/office/drawing/2014/main" id="{9C0E456A-A2FF-B6FE-5881-85BFD0BD327E}"/>
              </a:ext>
            </a:extLst>
          </p:cNvPr>
          <p:cNvSpPr>
            <a:spLocks noGrp="1"/>
          </p:cNvSpPr>
          <p:nvPr>
            <p:ph type="dt" sz="half" idx="10"/>
          </p:nvPr>
        </p:nvSpPr>
        <p:spPr/>
        <p:txBody>
          <a:bodyPr/>
          <a:lstStyle/>
          <a:p>
            <a:fld id="{DCC0F583-AECB-4829-8FF7-E6F6E348291A}" type="datetimeFigureOut">
              <a:rPr lang="pt-BR" smtClean="0"/>
              <a:t>19/11/2025</a:t>
            </a:fld>
            <a:endParaRPr lang="pt-BR"/>
          </a:p>
        </p:txBody>
      </p:sp>
      <p:sp>
        <p:nvSpPr>
          <p:cNvPr id="8" name="Footer Placeholder 7">
            <a:extLst>
              <a:ext uri="{FF2B5EF4-FFF2-40B4-BE49-F238E27FC236}">
                <a16:creationId xmlns:a16="http://schemas.microsoft.com/office/drawing/2014/main" id="{B61D1699-1C6F-531C-BE57-0D4D2CB51E29}"/>
              </a:ext>
            </a:extLst>
          </p:cNvPr>
          <p:cNvSpPr>
            <a:spLocks noGrp="1"/>
          </p:cNvSpPr>
          <p:nvPr>
            <p:ph type="ftr" sz="quarter" idx="11"/>
          </p:nvPr>
        </p:nvSpPr>
        <p:spPr/>
        <p:txBody>
          <a:bodyPr/>
          <a:lstStyle/>
          <a:p>
            <a:endParaRPr lang="pt-BR"/>
          </a:p>
        </p:txBody>
      </p:sp>
      <p:sp>
        <p:nvSpPr>
          <p:cNvPr id="9" name="Slide Number Placeholder 8">
            <a:extLst>
              <a:ext uri="{FF2B5EF4-FFF2-40B4-BE49-F238E27FC236}">
                <a16:creationId xmlns:a16="http://schemas.microsoft.com/office/drawing/2014/main" id="{0EC215FE-8D8C-6B51-F5B3-BDE3E02941F7}"/>
              </a:ext>
            </a:extLst>
          </p:cNvPr>
          <p:cNvSpPr>
            <a:spLocks noGrp="1"/>
          </p:cNvSpPr>
          <p:nvPr>
            <p:ph type="sldNum" sz="quarter" idx="12"/>
          </p:nvPr>
        </p:nvSpPr>
        <p:spPr/>
        <p:txBody>
          <a:bodyPr/>
          <a:lstStyle/>
          <a:p>
            <a:fld id="{4202B304-25E4-44F7-A241-D252661AA04A}" type="slidenum">
              <a:rPr lang="pt-BR" smtClean="0"/>
              <a:t>‹nº›</a:t>
            </a:fld>
            <a:endParaRPr lang="pt-BR"/>
          </a:p>
        </p:txBody>
      </p:sp>
    </p:spTree>
    <p:extLst>
      <p:ext uri="{BB962C8B-B14F-4D97-AF65-F5344CB8AC3E}">
        <p14:creationId xmlns:p14="http://schemas.microsoft.com/office/powerpoint/2010/main" val="2629648873"/>
      </p:ext>
    </p:extLst>
  </p:cSld>
  <p:clrMapOvr>
    <a:masterClrMapping/>
  </p:clrMapOvr>
  <p:transition>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120E1-9F48-7E2E-64B2-D2FB8ABBF33E}"/>
              </a:ext>
            </a:extLst>
          </p:cNvPr>
          <p:cNvSpPr>
            <a:spLocks noGrp="1"/>
          </p:cNvSpPr>
          <p:nvPr>
            <p:ph type="title"/>
          </p:nvPr>
        </p:nvSpPr>
        <p:spPr/>
        <p:txBody>
          <a:bodyPr/>
          <a:lstStyle/>
          <a:p>
            <a:r>
              <a:rPr lang="en-US"/>
              <a:t>Click to edit Master title style</a:t>
            </a:r>
            <a:endParaRPr lang="pt-BR"/>
          </a:p>
        </p:txBody>
      </p:sp>
      <p:sp>
        <p:nvSpPr>
          <p:cNvPr id="3" name="Date Placeholder 2">
            <a:extLst>
              <a:ext uri="{FF2B5EF4-FFF2-40B4-BE49-F238E27FC236}">
                <a16:creationId xmlns:a16="http://schemas.microsoft.com/office/drawing/2014/main" id="{E8F9126C-4C1B-5C12-593E-DAEED2B112B6}"/>
              </a:ext>
            </a:extLst>
          </p:cNvPr>
          <p:cNvSpPr>
            <a:spLocks noGrp="1"/>
          </p:cNvSpPr>
          <p:nvPr>
            <p:ph type="dt" sz="half" idx="10"/>
          </p:nvPr>
        </p:nvSpPr>
        <p:spPr/>
        <p:txBody>
          <a:bodyPr/>
          <a:lstStyle/>
          <a:p>
            <a:fld id="{DCC0F583-AECB-4829-8FF7-E6F6E348291A}" type="datetimeFigureOut">
              <a:rPr lang="pt-BR" smtClean="0"/>
              <a:t>19/11/2025</a:t>
            </a:fld>
            <a:endParaRPr lang="pt-BR"/>
          </a:p>
        </p:txBody>
      </p:sp>
      <p:sp>
        <p:nvSpPr>
          <p:cNvPr id="4" name="Footer Placeholder 3">
            <a:extLst>
              <a:ext uri="{FF2B5EF4-FFF2-40B4-BE49-F238E27FC236}">
                <a16:creationId xmlns:a16="http://schemas.microsoft.com/office/drawing/2014/main" id="{922D7F37-AFD7-2287-001C-4AC19B3FBA2E}"/>
              </a:ext>
            </a:extLst>
          </p:cNvPr>
          <p:cNvSpPr>
            <a:spLocks noGrp="1"/>
          </p:cNvSpPr>
          <p:nvPr>
            <p:ph type="ftr" sz="quarter" idx="11"/>
          </p:nvPr>
        </p:nvSpPr>
        <p:spPr/>
        <p:txBody>
          <a:bodyPr/>
          <a:lstStyle/>
          <a:p>
            <a:endParaRPr lang="pt-BR"/>
          </a:p>
        </p:txBody>
      </p:sp>
      <p:sp>
        <p:nvSpPr>
          <p:cNvPr id="5" name="Slide Number Placeholder 4">
            <a:extLst>
              <a:ext uri="{FF2B5EF4-FFF2-40B4-BE49-F238E27FC236}">
                <a16:creationId xmlns:a16="http://schemas.microsoft.com/office/drawing/2014/main" id="{A2E9433B-4D2B-D381-5ADB-70E206AF0F66}"/>
              </a:ext>
            </a:extLst>
          </p:cNvPr>
          <p:cNvSpPr>
            <a:spLocks noGrp="1"/>
          </p:cNvSpPr>
          <p:nvPr>
            <p:ph type="sldNum" sz="quarter" idx="12"/>
          </p:nvPr>
        </p:nvSpPr>
        <p:spPr/>
        <p:txBody>
          <a:bodyPr/>
          <a:lstStyle/>
          <a:p>
            <a:fld id="{4202B304-25E4-44F7-A241-D252661AA04A}" type="slidenum">
              <a:rPr lang="pt-BR" smtClean="0"/>
              <a:t>‹nº›</a:t>
            </a:fld>
            <a:endParaRPr lang="pt-BR"/>
          </a:p>
        </p:txBody>
      </p:sp>
    </p:spTree>
    <p:extLst>
      <p:ext uri="{BB962C8B-B14F-4D97-AF65-F5344CB8AC3E}">
        <p14:creationId xmlns:p14="http://schemas.microsoft.com/office/powerpoint/2010/main" val="1450021317"/>
      </p:ext>
    </p:extLst>
  </p:cSld>
  <p:clrMapOvr>
    <a:masterClrMapping/>
  </p:clrMapOvr>
  <p:transition>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568789-42F3-72EF-A299-C46E977FBBD5}"/>
              </a:ext>
            </a:extLst>
          </p:cNvPr>
          <p:cNvSpPr>
            <a:spLocks noGrp="1"/>
          </p:cNvSpPr>
          <p:nvPr>
            <p:ph type="dt" sz="half" idx="10"/>
          </p:nvPr>
        </p:nvSpPr>
        <p:spPr/>
        <p:txBody>
          <a:bodyPr/>
          <a:lstStyle/>
          <a:p>
            <a:fld id="{DCC0F583-AECB-4829-8FF7-E6F6E348291A}" type="datetimeFigureOut">
              <a:rPr lang="pt-BR" smtClean="0"/>
              <a:t>19/11/2025</a:t>
            </a:fld>
            <a:endParaRPr lang="pt-BR"/>
          </a:p>
        </p:txBody>
      </p:sp>
      <p:sp>
        <p:nvSpPr>
          <p:cNvPr id="3" name="Footer Placeholder 2">
            <a:extLst>
              <a:ext uri="{FF2B5EF4-FFF2-40B4-BE49-F238E27FC236}">
                <a16:creationId xmlns:a16="http://schemas.microsoft.com/office/drawing/2014/main" id="{A13615A6-0CFE-6197-C0CC-D85034614B92}"/>
              </a:ext>
            </a:extLst>
          </p:cNvPr>
          <p:cNvSpPr>
            <a:spLocks noGrp="1"/>
          </p:cNvSpPr>
          <p:nvPr>
            <p:ph type="ftr" sz="quarter" idx="11"/>
          </p:nvPr>
        </p:nvSpPr>
        <p:spPr/>
        <p:txBody>
          <a:bodyPr/>
          <a:lstStyle/>
          <a:p>
            <a:endParaRPr lang="pt-BR"/>
          </a:p>
        </p:txBody>
      </p:sp>
      <p:sp>
        <p:nvSpPr>
          <p:cNvPr id="4" name="Slide Number Placeholder 3">
            <a:extLst>
              <a:ext uri="{FF2B5EF4-FFF2-40B4-BE49-F238E27FC236}">
                <a16:creationId xmlns:a16="http://schemas.microsoft.com/office/drawing/2014/main" id="{2E102ABE-8F27-B343-76F0-251F3CA5043C}"/>
              </a:ext>
            </a:extLst>
          </p:cNvPr>
          <p:cNvSpPr>
            <a:spLocks noGrp="1"/>
          </p:cNvSpPr>
          <p:nvPr>
            <p:ph type="sldNum" sz="quarter" idx="12"/>
          </p:nvPr>
        </p:nvSpPr>
        <p:spPr/>
        <p:txBody>
          <a:bodyPr/>
          <a:lstStyle/>
          <a:p>
            <a:fld id="{4202B304-25E4-44F7-A241-D252661AA04A}" type="slidenum">
              <a:rPr lang="pt-BR" smtClean="0"/>
              <a:t>‹nº›</a:t>
            </a:fld>
            <a:endParaRPr lang="pt-BR"/>
          </a:p>
        </p:txBody>
      </p:sp>
    </p:spTree>
    <p:extLst>
      <p:ext uri="{BB962C8B-B14F-4D97-AF65-F5344CB8AC3E}">
        <p14:creationId xmlns:p14="http://schemas.microsoft.com/office/powerpoint/2010/main" val="1034571014"/>
      </p:ext>
    </p:extLst>
  </p:cSld>
  <p:clrMapOvr>
    <a:masterClrMapping/>
  </p:clrMapOvr>
  <p:transition>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576CE-2BBC-F9CC-1415-6FB81D0CB02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pt-BR"/>
          </a:p>
        </p:txBody>
      </p:sp>
      <p:sp>
        <p:nvSpPr>
          <p:cNvPr id="3" name="Content Placeholder 2">
            <a:extLst>
              <a:ext uri="{FF2B5EF4-FFF2-40B4-BE49-F238E27FC236}">
                <a16:creationId xmlns:a16="http://schemas.microsoft.com/office/drawing/2014/main" id="{266999DA-0295-8A67-6E54-394E1713FFE9}"/>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Text Placeholder 3">
            <a:extLst>
              <a:ext uri="{FF2B5EF4-FFF2-40B4-BE49-F238E27FC236}">
                <a16:creationId xmlns:a16="http://schemas.microsoft.com/office/drawing/2014/main" id="{9C54154F-218A-FBAF-561E-FB36C18CBE5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8105CCA-F29C-1CD8-8745-D194C8DB2B4D}"/>
              </a:ext>
            </a:extLst>
          </p:cNvPr>
          <p:cNvSpPr>
            <a:spLocks noGrp="1"/>
          </p:cNvSpPr>
          <p:nvPr>
            <p:ph type="dt" sz="half" idx="10"/>
          </p:nvPr>
        </p:nvSpPr>
        <p:spPr/>
        <p:txBody>
          <a:bodyPr/>
          <a:lstStyle/>
          <a:p>
            <a:fld id="{DCC0F583-AECB-4829-8FF7-E6F6E348291A}" type="datetimeFigureOut">
              <a:rPr lang="pt-BR" smtClean="0"/>
              <a:t>19/11/2025</a:t>
            </a:fld>
            <a:endParaRPr lang="pt-BR"/>
          </a:p>
        </p:txBody>
      </p:sp>
      <p:sp>
        <p:nvSpPr>
          <p:cNvPr id="6" name="Footer Placeholder 5">
            <a:extLst>
              <a:ext uri="{FF2B5EF4-FFF2-40B4-BE49-F238E27FC236}">
                <a16:creationId xmlns:a16="http://schemas.microsoft.com/office/drawing/2014/main" id="{8EACFA3E-A3A6-CE95-4E66-780FE38BC6F2}"/>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25FCB8D8-8E2E-DDEA-FD67-5E4608CD43AE}"/>
              </a:ext>
            </a:extLst>
          </p:cNvPr>
          <p:cNvSpPr>
            <a:spLocks noGrp="1"/>
          </p:cNvSpPr>
          <p:nvPr>
            <p:ph type="sldNum" sz="quarter" idx="12"/>
          </p:nvPr>
        </p:nvSpPr>
        <p:spPr/>
        <p:txBody>
          <a:bodyPr/>
          <a:lstStyle/>
          <a:p>
            <a:fld id="{4202B304-25E4-44F7-A241-D252661AA04A}" type="slidenum">
              <a:rPr lang="pt-BR" smtClean="0"/>
              <a:t>‹nº›</a:t>
            </a:fld>
            <a:endParaRPr lang="pt-BR"/>
          </a:p>
        </p:txBody>
      </p:sp>
    </p:spTree>
    <p:extLst>
      <p:ext uri="{BB962C8B-B14F-4D97-AF65-F5344CB8AC3E}">
        <p14:creationId xmlns:p14="http://schemas.microsoft.com/office/powerpoint/2010/main" val="276972468"/>
      </p:ext>
    </p:extLst>
  </p:cSld>
  <p:clrMapOvr>
    <a:masterClrMapping/>
  </p:clrMapOvr>
  <p:transition>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62808-9BF5-D956-72C4-76E07F67177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pt-BR"/>
          </a:p>
        </p:txBody>
      </p:sp>
      <p:sp>
        <p:nvSpPr>
          <p:cNvPr id="3" name="Picture Placeholder 2">
            <a:extLst>
              <a:ext uri="{FF2B5EF4-FFF2-40B4-BE49-F238E27FC236}">
                <a16:creationId xmlns:a16="http://schemas.microsoft.com/office/drawing/2014/main" id="{87E03394-5E92-9E7D-C33E-FE8D64B5C87E}"/>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pt-BR"/>
          </a:p>
        </p:txBody>
      </p:sp>
      <p:sp>
        <p:nvSpPr>
          <p:cNvPr id="4" name="Text Placeholder 3">
            <a:extLst>
              <a:ext uri="{FF2B5EF4-FFF2-40B4-BE49-F238E27FC236}">
                <a16:creationId xmlns:a16="http://schemas.microsoft.com/office/drawing/2014/main" id="{1CF3445E-09E2-DEE5-A852-D7EF056E27F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3B53D11-1F1E-4036-3A30-5A170514014F}"/>
              </a:ext>
            </a:extLst>
          </p:cNvPr>
          <p:cNvSpPr>
            <a:spLocks noGrp="1"/>
          </p:cNvSpPr>
          <p:nvPr>
            <p:ph type="dt" sz="half" idx="10"/>
          </p:nvPr>
        </p:nvSpPr>
        <p:spPr/>
        <p:txBody>
          <a:bodyPr/>
          <a:lstStyle/>
          <a:p>
            <a:fld id="{DCC0F583-AECB-4829-8FF7-E6F6E348291A}" type="datetimeFigureOut">
              <a:rPr lang="pt-BR" smtClean="0"/>
              <a:t>19/11/2025</a:t>
            </a:fld>
            <a:endParaRPr lang="pt-BR"/>
          </a:p>
        </p:txBody>
      </p:sp>
      <p:sp>
        <p:nvSpPr>
          <p:cNvPr id="6" name="Footer Placeholder 5">
            <a:extLst>
              <a:ext uri="{FF2B5EF4-FFF2-40B4-BE49-F238E27FC236}">
                <a16:creationId xmlns:a16="http://schemas.microsoft.com/office/drawing/2014/main" id="{9A7E8EBF-F58A-5B9B-BE2F-A3246351A6C1}"/>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721B4D80-1CAB-11FC-3693-1DFA401238A4}"/>
              </a:ext>
            </a:extLst>
          </p:cNvPr>
          <p:cNvSpPr>
            <a:spLocks noGrp="1"/>
          </p:cNvSpPr>
          <p:nvPr>
            <p:ph type="sldNum" sz="quarter" idx="12"/>
          </p:nvPr>
        </p:nvSpPr>
        <p:spPr/>
        <p:txBody>
          <a:bodyPr/>
          <a:lstStyle/>
          <a:p>
            <a:fld id="{4202B304-25E4-44F7-A241-D252661AA04A}" type="slidenum">
              <a:rPr lang="pt-BR" smtClean="0"/>
              <a:t>‹nº›</a:t>
            </a:fld>
            <a:endParaRPr lang="pt-BR"/>
          </a:p>
        </p:txBody>
      </p:sp>
    </p:spTree>
    <p:extLst>
      <p:ext uri="{BB962C8B-B14F-4D97-AF65-F5344CB8AC3E}">
        <p14:creationId xmlns:p14="http://schemas.microsoft.com/office/powerpoint/2010/main" val="1228458227"/>
      </p:ext>
    </p:extLst>
  </p:cSld>
  <p:clrMapOvr>
    <a:masterClrMapping/>
  </p:clrMapOvr>
  <p:transition>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AFDF8-1D1D-0DF1-A990-1B6480259CF9}"/>
              </a:ext>
            </a:extLst>
          </p:cNvPr>
          <p:cNvSpPr>
            <a:spLocks noGrp="1"/>
          </p:cNvSpPr>
          <p:nvPr>
            <p:ph type="title"/>
          </p:nvPr>
        </p:nvSpPr>
        <p:spPr/>
        <p:txBody>
          <a:bodyPr/>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7FA44CB0-DA9B-0E0C-3393-F3BCBC0E69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3DAC81AD-693E-948C-A39A-8AB3B84F13A7}"/>
              </a:ext>
            </a:extLst>
          </p:cNvPr>
          <p:cNvSpPr>
            <a:spLocks noGrp="1"/>
          </p:cNvSpPr>
          <p:nvPr>
            <p:ph type="dt" sz="half" idx="10"/>
          </p:nvPr>
        </p:nvSpPr>
        <p:spPr/>
        <p:txBody>
          <a:bodyPr/>
          <a:lstStyle/>
          <a:p>
            <a:fld id="{DCC0F583-AECB-4829-8FF7-E6F6E348291A}" type="datetimeFigureOut">
              <a:rPr lang="pt-BR" smtClean="0"/>
              <a:t>19/11/2025</a:t>
            </a:fld>
            <a:endParaRPr lang="pt-BR"/>
          </a:p>
        </p:txBody>
      </p:sp>
      <p:sp>
        <p:nvSpPr>
          <p:cNvPr id="5" name="Footer Placeholder 4">
            <a:extLst>
              <a:ext uri="{FF2B5EF4-FFF2-40B4-BE49-F238E27FC236}">
                <a16:creationId xmlns:a16="http://schemas.microsoft.com/office/drawing/2014/main" id="{1A1406BE-3F25-0C1A-0B8F-DB1BCB7B3DAE}"/>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7B3EC111-043E-FDE2-29B4-E95EFC6D73A6}"/>
              </a:ext>
            </a:extLst>
          </p:cNvPr>
          <p:cNvSpPr>
            <a:spLocks noGrp="1"/>
          </p:cNvSpPr>
          <p:nvPr>
            <p:ph type="sldNum" sz="quarter" idx="12"/>
          </p:nvPr>
        </p:nvSpPr>
        <p:spPr/>
        <p:txBody>
          <a:bodyPr/>
          <a:lstStyle/>
          <a:p>
            <a:fld id="{4202B304-25E4-44F7-A241-D252661AA04A}" type="slidenum">
              <a:rPr lang="pt-BR" smtClean="0"/>
              <a:t>‹nº›</a:t>
            </a:fld>
            <a:endParaRPr lang="pt-BR"/>
          </a:p>
        </p:txBody>
      </p:sp>
    </p:spTree>
    <p:extLst>
      <p:ext uri="{BB962C8B-B14F-4D97-AF65-F5344CB8AC3E}">
        <p14:creationId xmlns:p14="http://schemas.microsoft.com/office/powerpoint/2010/main" val="3690866988"/>
      </p:ext>
    </p:extLst>
  </p:cSld>
  <p:clrMapOvr>
    <a:masterClrMapping/>
  </p:clrMapOvr>
  <p:transition>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6D6C04-C737-EF8F-E133-F8F586582B26}"/>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246E01FC-B1BB-5F69-867F-8466AF6A90B6}"/>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D70C5364-79D9-0793-5701-2DB935A04727}"/>
              </a:ext>
            </a:extLst>
          </p:cNvPr>
          <p:cNvSpPr>
            <a:spLocks noGrp="1"/>
          </p:cNvSpPr>
          <p:nvPr>
            <p:ph type="dt" sz="half" idx="10"/>
          </p:nvPr>
        </p:nvSpPr>
        <p:spPr/>
        <p:txBody>
          <a:bodyPr/>
          <a:lstStyle/>
          <a:p>
            <a:fld id="{DCC0F583-AECB-4829-8FF7-E6F6E348291A}" type="datetimeFigureOut">
              <a:rPr lang="pt-BR" smtClean="0"/>
              <a:t>19/11/2025</a:t>
            </a:fld>
            <a:endParaRPr lang="pt-BR"/>
          </a:p>
        </p:txBody>
      </p:sp>
      <p:sp>
        <p:nvSpPr>
          <p:cNvPr id="5" name="Footer Placeholder 4">
            <a:extLst>
              <a:ext uri="{FF2B5EF4-FFF2-40B4-BE49-F238E27FC236}">
                <a16:creationId xmlns:a16="http://schemas.microsoft.com/office/drawing/2014/main" id="{EBA7CF0E-8C4A-F3FB-9212-CD1ECD5AA4F7}"/>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12BA68AF-717A-9985-94D2-E25F7DFFCF1B}"/>
              </a:ext>
            </a:extLst>
          </p:cNvPr>
          <p:cNvSpPr>
            <a:spLocks noGrp="1"/>
          </p:cNvSpPr>
          <p:nvPr>
            <p:ph type="sldNum" sz="quarter" idx="12"/>
          </p:nvPr>
        </p:nvSpPr>
        <p:spPr/>
        <p:txBody>
          <a:bodyPr/>
          <a:lstStyle/>
          <a:p>
            <a:fld id="{4202B304-25E4-44F7-A241-D252661AA04A}" type="slidenum">
              <a:rPr lang="pt-BR" smtClean="0"/>
              <a:t>‹nº›</a:t>
            </a:fld>
            <a:endParaRPr lang="pt-BR"/>
          </a:p>
        </p:txBody>
      </p:sp>
    </p:spTree>
    <p:extLst>
      <p:ext uri="{BB962C8B-B14F-4D97-AF65-F5344CB8AC3E}">
        <p14:creationId xmlns:p14="http://schemas.microsoft.com/office/powerpoint/2010/main" val="1551520995"/>
      </p:ext>
    </p:extLst>
  </p:cSld>
  <p:clrMapOvr>
    <a:masterClrMapping/>
  </p:clrMapOvr>
  <p:transition>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5585F4-FDF1-F66E-2945-EA1C3773FE8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pt-BR"/>
          </a:p>
        </p:txBody>
      </p:sp>
      <p:sp>
        <p:nvSpPr>
          <p:cNvPr id="3" name="Text Placeholder 2">
            <a:extLst>
              <a:ext uri="{FF2B5EF4-FFF2-40B4-BE49-F238E27FC236}">
                <a16:creationId xmlns:a16="http://schemas.microsoft.com/office/drawing/2014/main" id="{0586BD00-39EA-78F5-3524-7D59CF934259}"/>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AF80719A-016C-AAFA-D5CB-BBB57CF997D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CC0F583-AECB-4829-8FF7-E6F6E348291A}" type="datetimeFigureOut">
              <a:rPr lang="pt-BR" smtClean="0"/>
              <a:t>19/11/2025</a:t>
            </a:fld>
            <a:endParaRPr lang="pt-BR"/>
          </a:p>
        </p:txBody>
      </p:sp>
      <p:sp>
        <p:nvSpPr>
          <p:cNvPr id="5" name="Footer Placeholder 4">
            <a:extLst>
              <a:ext uri="{FF2B5EF4-FFF2-40B4-BE49-F238E27FC236}">
                <a16:creationId xmlns:a16="http://schemas.microsoft.com/office/drawing/2014/main" id="{48A78E12-2530-2C29-9DD4-0E125C6B79CC}"/>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pt-BR"/>
          </a:p>
        </p:txBody>
      </p:sp>
      <p:sp>
        <p:nvSpPr>
          <p:cNvPr id="6" name="Slide Number Placeholder 5">
            <a:extLst>
              <a:ext uri="{FF2B5EF4-FFF2-40B4-BE49-F238E27FC236}">
                <a16:creationId xmlns:a16="http://schemas.microsoft.com/office/drawing/2014/main" id="{17C0E4EC-AEE2-26E8-8B1C-676DD34D6F34}"/>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202B304-25E4-44F7-A241-D252661AA04A}" type="slidenum">
              <a:rPr lang="pt-BR" smtClean="0"/>
              <a:t>‹nº›</a:t>
            </a:fld>
            <a:endParaRPr lang="pt-BR"/>
          </a:p>
        </p:txBody>
      </p:sp>
    </p:spTree>
    <p:extLst>
      <p:ext uri="{BB962C8B-B14F-4D97-AF65-F5344CB8AC3E}">
        <p14:creationId xmlns:p14="http://schemas.microsoft.com/office/powerpoint/2010/main" val="349117763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ransition>
    <p:push dir="u"/>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B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D381AE-A4E1-57CC-1290-0A9C624B3852}"/>
              </a:ext>
            </a:extLst>
          </p:cNvPr>
          <p:cNvSpPr/>
          <p:nvPr/>
        </p:nvSpPr>
        <p:spPr>
          <a:xfrm>
            <a:off x="0" y="-1"/>
            <a:ext cx="9144000" cy="4468306"/>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dirty="0"/>
          </a:p>
        </p:txBody>
      </p:sp>
      <p:pic>
        <p:nvPicPr>
          <p:cNvPr id="4" name="Picture 3">
            <a:extLst>
              <a:ext uri="{FF2B5EF4-FFF2-40B4-BE49-F238E27FC236}">
                <a16:creationId xmlns:a16="http://schemas.microsoft.com/office/drawing/2014/main" id="{EF98EF3E-801D-AB35-8B13-D1110FE38179}"/>
              </a:ext>
            </a:extLst>
          </p:cNvPr>
          <p:cNvPicPr>
            <a:picLocks noChangeAspect="1"/>
          </p:cNvPicPr>
          <p:nvPr/>
        </p:nvPicPr>
        <p:blipFill>
          <a:blip r:embed="rId2"/>
          <a:stretch>
            <a:fillRect/>
          </a:stretch>
        </p:blipFill>
        <p:spPr>
          <a:xfrm>
            <a:off x="284771" y="675196"/>
            <a:ext cx="4165319" cy="3137282"/>
          </a:xfrm>
          <a:prstGeom prst="rect">
            <a:avLst/>
          </a:prstGeom>
        </p:spPr>
      </p:pic>
      <p:sp>
        <p:nvSpPr>
          <p:cNvPr id="32" name="TextBox 31">
            <a:extLst>
              <a:ext uri="{FF2B5EF4-FFF2-40B4-BE49-F238E27FC236}">
                <a16:creationId xmlns:a16="http://schemas.microsoft.com/office/drawing/2014/main" id="{E194C76F-E9B1-4A7C-20C7-6797386E5FE5}"/>
              </a:ext>
            </a:extLst>
          </p:cNvPr>
          <p:cNvSpPr txBox="1"/>
          <p:nvPr/>
        </p:nvSpPr>
        <p:spPr>
          <a:xfrm>
            <a:off x="4572000" y="944398"/>
            <a:ext cx="4094674" cy="415498"/>
          </a:xfrm>
          <a:prstGeom prst="rect">
            <a:avLst/>
          </a:prstGeom>
          <a:noFill/>
        </p:spPr>
        <p:txBody>
          <a:bodyPr wrap="square" rtlCol="0">
            <a:spAutoFit/>
          </a:bodyPr>
          <a:lstStyle/>
          <a:p>
            <a:pPr algn="ctr"/>
            <a:r>
              <a:rPr lang="pt-BR" sz="2100" b="1" dirty="0">
                <a:solidFill>
                  <a:schemeClr val="bg1"/>
                </a:solidFill>
                <a:latin typeface="Arial" panose="020B0604020202020204" pitchFamily="34" charset="0"/>
                <a:cs typeface="Arial" panose="020B0604020202020204" pitchFamily="34" charset="0"/>
              </a:rPr>
              <a:t>Desenvolvimento de Sistemas</a:t>
            </a:r>
          </a:p>
        </p:txBody>
      </p:sp>
      <p:sp>
        <p:nvSpPr>
          <p:cNvPr id="34" name="CaixaDeTexto 5">
            <a:extLst>
              <a:ext uri="{FF2B5EF4-FFF2-40B4-BE49-F238E27FC236}">
                <a16:creationId xmlns:a16="http://schemas.microsoft.com/office/drawing/2014/main" id="{09E843E2-5D86-7934-EC6C-6D2ABCEE1BE6}"/>
              </a:ext>
            </a:extLst>
          </p:cNvPr>
          <p:cNvSpPr txBox="1"/>
          <p:nvPr/>
        </p:nvSpPr>
        <p:spPr>
          <a:xfrm>
            <a:off x="5356726" y="1336813"/>
            <a:ext cx="2525251" cy="369332"/>
          </a:xfrm>
          <a:prstGeom prst="rect">
            <a:avLst/>
          </a:prstGeom>
          <a:noFill/>
        </p:spPr>
        <p:txBody>
          <a:bodyPr wrap="square">
            <a:spAutoFit/>
          </a:bodyPr>
          <a:lstStyle/>
          <a:p>
            <a:pPr lvl="0"/>
            <a:r>
              <a:rPr lang="pt-BR" sz="1800" dirty="0">
                <a:solidFill>
                  <a:schemeClr val="bg1"/>
                </a:solidFill>
                <a:latin typeface="Arial" panose="020B0604020202020204" pitchFamily="34" charset="0"/>
                <a:cs typeface="Arial" panose="020B0604020202020204" pitchFamily="34" charset="0"/>
              </a:rPr>
              <a:t>Curso Técnico 2025 </a:t>
            </a:r>
            <a:r>
              <a:rPr lang="pt-BR" sz="1800" b="1" dirty="0">
                <a:solidFill>
                  <a:schemeClr val="bg1"/>
                </a:solidFill>
                <a:latin typeface="Arial" panose="020B0604020202020204" pitchFamily="34" charset="0"/>
                <a:cs typeface="Arial" panose="020B0604020202020204" pitchFamily="34" charset="0"/>
                <a:sym typeface="Wingdings" panose="05000000000000000000" pitchFamily="2" charset="2"/>
              </a:rPr>
              <a:t></a:t>
            </a:r>
            <a:r>
              <a:rPr lang="pt-BR" sz="1800" dirty="0">
                <a:solidFill>
                  <a:schemeClr val="bg1"/>
                </a:solidFill>
                <a:latin typeface="Arial" panose="020B0604020202020204" pitchFamily="34" charset="0"/>
                <a:cs typeface="Arial" panose="020B0604020202020204" pitchFamily="34" charset="0"/>
              </a:rPr>
              <a:t> </a:t>
            </a:r>
          </a:p>
        </p:txBody>
      </p:sp>
      <p:sp>
        <p:nvSpPr>
          <p:cNvPr id="36" name="TextBox 35">
            <a:extLst>
              <a:ext uri="{FF2B5EF4-FFF2-40B4-BE49-F238E27FC236}">
                <a16:creationId xmlns:a16="http://schemas.microsoft.com/office/drawing/2014/main" id="{14FA966C-753B-DABF-BD69-C05D37B37EBF}"/>
              </a:ext>
            </a:extLst>
          </p:cNvPr>
          <p:cNvSpPr txBox="1"/>
          <p:nvPr/>
        </p:nvSpPr>
        <p:spPr>
          <a:xfrm>
            <a:off x="5709814" y="2199688"/>
            <a:ext cx="2089035" cy="646331"/>
          </a:xfrm>
          <a:prstGeom prst="rect">
            <a:avLst/>
          </a:prstGeom>
          <a:noFill/>
        </p:spPr>
        <p:txBody>
          <a:bodyPr wrap="square" rtlCol="0">
            <a:spAutoFit/>
          </a:bodyPr>
          <a:lstStyle/>
          <a:p>
            <a:pPr algn="ctr"/>
            <a:r>
              <a:rPr lang="pt-BR" sz="3600" b="1" dirty="0">
                <a:solidFill>
                  <a:schemeClr val="bg1"/>
                </a:solidFill>
                <a:latin typeface="Arial" panose="020B0604020202020204" pitchFamily="34" charset="0"/>
                <a:cs typeface="Arial" panose="020B0604020202020204" pitchFamily="34" charset="0"/>
              </a:rPr>
              <a:t>AULA 11</a:t>
            </a:r>
          </a:p>
        </p:txBody>
      </p:sp>
      <p:sp>
        <p:nvSpPr>
          <p:cNvPr id="37" name="Rectangle 36">
            <a:extLst>
              <a:ext uri="{FF2B5EF4-FFF2-40B4-BE49-F238E27FC236}">
                <a16:creationId xmlns:a16="http://schemas.microsoft.com/office/drawing/2014/main" id="{2412CE40-A2EA-2887-5398-B5CB0175860D}"/>
              </a:ext>
            </a:extLst>
          </p:cNvPr>
          <p:cNvSpPr/>
          <p:nvPr/>
        </p:nvSpPr>
        <p:spPr>
          <a:xfrm rot="5400000">
            <a:off x="5330976" y="2475834"/>
            <a:ext cx="409804" cy="63335"/>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42" name="Rectangle 41">
            <a:extLst>
              <a:ext uri="{FF2B5EF4-FFF2-40B4-BE49-F238E27FC236}">
                <a16:creationId xmlns:a16="http://schemas.microsoft.com/office/drawing/2014/main" id="{DA727229-FBA2-9E34-3087-C9826CF314AE}"/>
              </a:ext>
            </a:extLst>
          </p:cNvPr>
          <p:cNvSpPr/>
          <p:nvPr/>
        </p:nvSpPr>
        <p:spPr>
          <a:xfrm>
            <a:off x="4911051" y="2959012"/>
            <a:ext cx="3312962" cy="4452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41" name="TextBox 40">
            <a:extLst>
              <a:ext uri="{FF2B5EF4-FFF2-40B4-BE49-F238E27FC236}">
                <a16:creationId xmlns:a16="http://schemas.microsoft.com/office/drawing/2014/main" id="{65D89798-C710-A6F6-CB2F-401E95C49982}"/>
              </a:ext>
            </a:extLst>
          </p:cNvPr>
          <p:cNvSpPr txBox="1"/>
          <p:nvPr/>
        </p:nvSpPr>
        <p:spPr>
          <a:xfrm>
            <a:off x="4916636" y="2989702"/>
            <a:ext cx="3312962" cy="415498"/>
          </a:xfrm>
          <a:prstGeom prst="rect">
            <a:avLst/>
          </a:prstGeom>
          <a:noFill/>
        </p:spPr>
        <p:txBody>
          <a:bodyPr wrap="square" rtlCol="0">
            <a:spAutoFit/>
          </a:bodyPr>
          <a:lstStyle/>
          <a:p>
            <a:pPr algn="ctr"/>
            <a:r>
              <a:rPr lang="pt-BR" sz="2100" b="1" dirty="0">
                <a:solidFill>
                  <a:schemeClr val="tx1">
                    <a:lumMod val="75000"/>
                    <a:lumOff val="25000"/>
                  </a:schemeClr>
                </a:solidFill>
                <a:latin typeface="Arial" panose="020B0604020202020204" pitchFamily="34" charset="0"/>
                <a:cs typeface="Arial" panose="020B0604020202020204" pitchFamily="34" charset="0"/>
              </a:rPr>
              <a:t>Modelagem de Sistemas</a:t>
            </a:r>
          </a:p>
        </p:txBody>
      </p:sp>
      <p:pic>
        <p:nvPicPr>
          <p:cNvPr id="5" name="Picture 4">
            <a:extLst>
              <a:ext uri="{FF2B5EF4-FFF2-40B4-BE49-F238E27FC236}">
                <a16:creationId xmlns:a16="http://schemas.microsoft.com/office/drawing/2014/main" id="{04991EC9-53BF-F54F-DA22-E0A73A2A0917}"/>
              </a:ext>
            </a:extLst>
          </p:cNvPr>
          <p:cNvPicPr>
            <a:picLocks noChangeAspect="1"/>
          </p:cNvPicPr>
          <p:nvPr/>
        </p:nvPicPr>
        <p:blipFill>
          <a:blip r:embed="rId3"/>
          <a:stretch>
            <a:fillRect/>
          </a:stretch>
        </p:blipFill>
        <p:spPr>
          <a:xfrm>
            <a:off x="3398178" y="4653697"/>
            <a:ext cx="1256825" cy="390272"/>
          </a:xfrm>
          <a:prstGeom prst="rect">
            <a:avLst/>
          </a:prstGeom>
        </p:spPr>
      </p:pic>
      <p:sp>
        <p:nvSpPr>
          <p:cNvPr id="6" name="TextBox 5">
            <a:extLst>
              <a:ext uri="{FF2B5EF4-FFF2-40B4-BE49-F238E27FC236}">
                <a16:creationId xmlns:a16="http://schemas.microsoft.com/office/drawing/2014/main" id="{1BB05F77-7ECF-74A2-22BC-EF4712EFA886}"/>
              </a:ext>
            </a:extLst>
          </p:cNvPr>
          <p:cNvSpPr txBox="1"/>
          <p:nvPr/>
        </p:nvSpPr>
        <p:spPr>
          <a:xfrm>
            <a:off x="5709815" y="4698792"/>
            <a:ext cx="2956859" cy="323165"/>
          </a:xfrm>
          <a:prstGeom prst="rect">
            <a:avLst/>
          </a:prstGeom>
          <a:noFill/>
        </p:spPr>
        <p:txBody>
          <a:bodyPr wrap="square" rtlCol="0">
            <a:spAutoFit/>
          </a:bodyPr>
          <a:lstStyle/>
          <a:p>
            <a:r>
              <a:rPr lang="pt-BR" sz="1500" b="1" dirty="0">
                <a:solidFill>
                  <a:schemeClr val="tx1">
                    <a:lumMod val="75000"/>
                    <a:lumOff val="25000"/>
                  </a:schemeClr>
                </a:solidFill>
                <a:latin typeface="Arial" panose="020B0604020202020204" pitchFamily="34" charset="0"/>
                <a:cs typeface="Arial" panose="020B0604020202020204" pitchFamily="34" charset="0"/>
              </a:rPr>
              <a:t>Professor</a:t>
            </a:r>
            <a:r>
              <a:rPr lang="pt-BR" sz="1500" b="1" dirty="0">
                <a:solidFill>
                  <a:srgbClr val="5353FF"/>
                </a:solidFill>
                <a:latin typeface="Arial" panose="020B0604020202020204" pitchFamily="34" charset="0"/>
                <a:cs typeface="Arial" panose="020B0604020202020204" pitchFamily="34" charset="0"/>
              </a:rPr>
              <a:t>      </a:t>
            </a:r>
            <a:r>
              <a:rPr lang="pt-BR" sz="1500" b="1" dirty="0">
                <a:solidFill>
                  <a:srgbClr val="8989FF"/>
                </a:solidFill>
                <a:latin typeface="Arial" panose="020B0604020202020204" pitchFamily="34" charset="0"/>
                <a:cs typeface="Arial" panose="020B0604020202020204" pitchFamily="34" charset="0"/>
              </a:rPr>
              <a:t> </a:t>
            </a:r>
            <a:r>
              <a:rPr lang="pt-BR" sz="1500" b="1" dirty="0">
                <a:solidFill>
                  <a:schemeClr val="tx1">
                    <a:lumMod val="75000"/>
                    <a:lumOff val="25000"/>
                  </a:schemeClr>
                </a:solidFill>
                <a:latin typeface="Arial" panose="020B0604020202020204" pitchFamily="34" charset="0"/>
                <a:cs typeface="Arial" panose="020B0604020202020204" pitchFamily="34" charset="0"/>
              </a:rPr>
              <a:t>Lucas Naspolini</a:t>
            </a:r>
          </a:p>
        </p:txBody>
      </p:sp>
      <p:pic>
        <p:nvPicPr>
          <p:cNvPr id="7" name="Picture 6">
            <a:extLst>
              <a:ext uri="{FF2B5EF4-FFF2-40B4-BE49-F238E27FC236}">
                <a16:creationId xmlns:a16="http://schemas.microsoft.com/office/drawing/2014/main" id="{586FD9DE-BF57-CD12-6BAE-51B566FAAD8C}"/>
              </a:ext>
            </a:extLst>
          </p:cNvPr>
          <p:cNvPicPr>
            <a:picLocks noChangeAspect="1"/>
          </p:cNvPicPr>
          <p:nvPr/>
        </p:nvPicPr>
        <p:blipFill>
          <a:blip r:embed="rId4"/>
          <a:stretch>
            <a:fillRect/>
          </a:stretch>
        </p:blipFill>
        <p:spPr>
          <a:xfrm>
            <a:off x="585091" y="4504693"/>
            <a:ext cx="1774465" cy="638807"/>
          </a:xfrm>
          <a:prstGeom prst="rect">
            <a:avLst/>
          </a:prstGeom>
        </p:spPr>
      </p:pic>
      <p:sp>
        <p:nvSpPr>
          <p:cNvPr id="8" name="Rectangle 7">
            <a:extLst>
              <a:ext uri="{FF2B5EF4-FFF2-40B4-BE49-F238E27FC236}">
                <a16:creationId xmlns:a16="http://schemas.microsoft.com/office/drawing/2014/main" id="{CA6DAB9F-9ECB-FDA7-9E0A-B00B668146F7}"/>
              </a:ext>
            </a:extLst>
          </p:cNvPr>
          <p:cNvSpPr/>
          <p:nvPr/>
        </p:nvSpPr>
        <p:spPr>
          <a:xfrm rot="5400000">
            <a:off x="6745551" y="4827021"/>
            <a:ext cx="210798" cy="4362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Tree>
    <p:extLst>
      <p:ext uri="{BB962C8B-B14F-4D97-AF65-F5344CB8AC3E}">
        <p14:creationId xmlns:p14="http://schemas.microsoft.com/office/powerpoint/2010/main" val="2277676467"/>
      </p:ext>
    </p:extLst>
  </p:cSld>
  <p:clrMapOvr>
    <a:masterClrMapping/>
  </p:clrMapOvr>
  <p:transition>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BFE222-EF3D-F0BA-9FFE-9766F80F56E6}"/>
              </a:ext>
            </a:extLst>
          </p:cNvPr>
          <p:cNvSpPr/>
          <p:nvPr/>
        </p:nvSpPr>
        <p:spPr>
          <a:xfrm>
            <a:off x="0" y="0"/>
            <a:ext cx="9144000"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pt-BR" sz="1350" kern="1200" dirty="0">
              <a:solidFill>
                <a:prstClr val="white"/>
              </a:solidFill>
              <a:latin typeface="Calibri" panose="020F0502020204030204"/>
            </a:endParaRPr>
          </a:p>
        </p:txBody>
      </p:sp>
      <p:sp>
        <p:nvSpPr>
          <p:cNvPr id="32" name="TextBox 31">
            <a:extLst>
              <a:ext uri="{FF2B5EF4-FFF2-40B4-BE49-F238E27FC236}">
                <a16:creationId xmlns:a16="http://schemas.microsoft.com/office/drawing/2014/main" id="{E194C76F-E9B1-4A7C-20C7-6797386E5FE5}"/>
              </a:ext>
            </a:extLst>
          </p:cNvPr>
          <p:cNvSpPr txBox="1"/>
          <p:nvPr/>
        </p:nvSpPr>
        <p:spPr>
          <a:xfrm>
            <a:off x="873864" y="1877584"/>
            <a:ext cx="5856875" cy="415498"/>
          </a:xfrm>
          <a:prstGeom prst="rect">
            <a:avLst/>
          </a:prstGeom>
          <a:noFill/>
        </p:spPr>
        <p:txBody>
          <a:bodyPr wrap="square" rtlCol="0">
            <a:spAutoFit/>
          </a:bodyPr>
          <a:lstStyle/>
          <a:p>
            <a:pPr defTabSz="685800">
              <a:buClrTx/>
            </a:pPr>
            <a:r>
              <a:rPr lang="pt-BR" sz="2100" b="1" kern="1200" dirty="0">
                <a:solidFill>
                  <a:prstClr val="white"/>
                </a:solidFill>
                <a:latin typeface="Arial" panose="020B0604020202020204" pitchFamily="34" charset="0"/>
                <a:ea typeface="+mn-ea"/>
                <a:cs typeface="Arial" panose="020B0604020202020204" pitchFamily="34" charset="0"/>
              </a:rPr>
              <a:t>Introdução à Linguagem UML</a:t>
            </a:r>
          </a:p>
        </p:txBody>
      </p:sp>
      <p:sp>
        <p:nvSpPr>
          <p:cNvPr id="34" name="CaixaDeTexto 5">
            <a:extLst>
              <a:ext uri="{FF2B5EF4-FFF2-40B4-BE49-F238E27FC236}">
                <a16:creationId xmlns:a16="http://schemas.microsoft.com/office/drawing/2014/main" id="{09E843E2-5D86-7934-EC6C-6D2ABCEE1BE6}"/>
              </a:ext>
            </a:extLst>
          </p:cNvPr>
          <p:cNvSpPr txBox="1"/>
          <p:nvPr/>
        </p:nvSpPr>
        <p:spPr>
          <a:xfrm>
            <a:off x="1352690" y="2614915"/>
            <a:ext cx="5105260" cy="1569660"/>
          </a:xfrm>
          <a:prstGeom prst="rect">
            <a:avLst/>
          </a:prstGeom>
          <a:noFill/>
        </p:spPr>
        <p:txBody>
          <a:bodyPr wrap="square">
            <a:spAutoFit/>
          </a:bodyPr>
          <a:lstStyle/>
          <a:p>
            <a:r>
              <a:rPr lang="pt-BR" sz="1800" dirty="0">
                <a:solidFill>
                  <a:schemeClr val="bg1"/>
                </a:solidFill>
                <a:latin typeface="Arial" panose="020B0604020202020204" pitchFamily="34" charset="0"/>
                <a:cs typeface="Arial" panose="020B0604020202020204" pitchFamily="34" charset="0"/>
              </a:rPr>
              <a:t>Conceito de Linguagem UML</a:t>
            </a:r>
          </a:p>
          <a:p>
            <a:pPr defTabSz="685800">
              <a:buClrTx/>
            </a:pPr>
            <a:endParaRPr lang="pt-BR" sz="600" kern="1200" dirty="0">
              <a:solidFill>
                <a:prstClr val="white"/>
              </a:solidFill>
              <a:latin typeface="Arial" panose="020B0604020202020204" pitchFamily="34" charset="0"/>
              <a:ea typeface="+mn-ea"/>
              <a:cs typeface="Arial" panose="020B0604020202020204" pitchFamily="34" charset="0"/>
            </a:endParaRPr>
          </a:p>
          <a:p>
            <a:r>
              <a:rPr lang="pt-BR" sz="1800" dirty="0">
                <a:solidFill>
                  <a:schemeClr val="bg1"/>
                </a:solidFill>
                <a:latin typeface="Arial" panose="020B0604020202020204" pitchFamily="34" charset="0"/>
                <a:cs typeface="Arial" panose="020B0604020202020204" pitchFamily="34" charset="0"/>
              </a:rPr>
              <a:t>Diagramas UML</a:t>
            </a:r>
          </a:p>
          <a:p>
            <a:pPr defTabSz="685800">
              <a:buClrTx/>
            </a:pPr>
            <a:endParaRPr lang="pt-BR" sz="600" kern="1200" dirty="0">
              <a:solidFill>
                <a:prstClr val="white"/>
              </a:solidFill>
              <a:latin typeface="Arial" panose="020B0604020202020204" pitchFamily="34" charset="0"/>
              <a:ea typeface="+mn-ea"/>
              <a:cs typeface="Arial" panose="020B0604020202020204" pitchFamily="34" charset="0"/>
            </a:endParaRPr>
          </a:p>
          <a:p>
            <a:r>
              <a:rPr lang="pt-BR" sz="1800" dirty="0">
                <a:solidFill>
                  <a:schemeClr val="bg1"/>
                </a:solidFill>
                <a:latin typeface="Arial" panose="020B0604020202020204" pitchFamily="34" charset="0"/>
                <a:cs typeface="Arial" panose="020B0604020202020204" pitchFamily="34" charset="0"/>
              </a:rPr>
              <a:t>Diagrama de Caso de Uso</a:t>
            </a:r>
          </a:p>
          <a:p>
            <a:pPr defTabSz="685800">
              <a:buClrTx/>
            </a:pPr>
            <a:endParaRPr lang="pt-BR" sz="600" kern="1200" dirty="0">
              <a:solidFill>
                <a:prstClr val="white"/>
              </a:solidFill>
              <a:latin typeface="Arial" panose="020B0604020202020204" pitchFamily="34" charset="0"/>
              <a:ea typeface="+mn-ea"/>
              <a:cs typeface="Arial" panose="020B0604020202020204" pitchFamily="34" charset="0"/>
            </a:endParaRPr>
          </a:p>
          <a:p>
            <a:r>
              <a:rPr lang="pt-BR" sz="1800" kern="1200" dirty="0">
                <a:solidFill>
                  <a:schemeClr val="bg1"/>
                </a:solidFill>
                <a:latin typeface="Arial" panose="020B0604020202020204" pitchFamily="34" charset="0"/>
                <a:ea typeface="+mn-ea"/>
                <a:cs typeface="Arial" panose="020B0604020202020204" pitchFamily="34" charset="0"/>
              </a:rPr>
              <a:t>Atividades</a:t>
            </a:r>
            <a:endParaRPr lang="pt-BR" sz="600" kern="1200" dirty="0">
              <a:solidFill>
                <a:prstClr val="white"/>
              </a:solidFill>
              <a:latin typeface="Arial" panose="020B0604020202020204" pitchFamily="34" charset="0"/>
              <a:ea typeface="+mn-ea"/>
              <a:cs typeface="Arial" panose="020B0604020202020204" pitchFamily="34" charset="0"/>
            </a:endParaRPr>
          </a:p>
          <a:p>
            <a:pPr defTabSz="685800">
              <a:buClrTx/>
            </a:pPr>
            <a:endParaRPr lang="pt-BR" sz="600" kern="1200" dirty="0">
              <a:solidFill>
                <a:prstClr val="white"/>
              </a:solidFill>
              <a:latin typeface="Arial" panose="020B0604020202020204" pitchFamily="34" charset="0"/>
              <a:ea typeface="+mn-ea"/>
              <a:cs typeface="Arial" panose="020B0604020202020204" pitchFamily="34" charset="0"/>
            </a:endParaRPr>
          </a:p>
        </p:txBody>
      </p:sp>
      <p:sp>
        <p:nvSpPr>
          <p:cNvPr id="36" name="TextBox 35">
            <a:extLst>
              <a:ext uri="{FF2B5EF4-FFF2-40B4-BE49-F238E27FC236}">
                <a16:creationId xmlns:a16="http://schemas.microsoft.com/office/drawing/2014/main" id="{14FA966C-753B-DABF-BD69-C05D37B37EBF}"/>
              </a:ext>
            </a:extLst>
          </p:cNvPr>
          <p:cNvSpPr txBox="1"/>
          <p:nvPr/>
        </p:nvSpPr>
        <p:spPr>
          <a:xfrm>
            <a:off x="873865" y="771529"/>
            <a:ext cx="2349530" cy="715581"/>
          </a:xfrm>
          <a:prstGeom prst="rect">
            <a:avLst/>
          </a:prstGeom>
          <a:noFill/>
        </p:spPr>
        <p:txBody>
          <a:bodyPr wrap="square" rtlCol="0">
            <a:spAutoFit/>
          </a:bodyPr>
          <a:lstStyle/>
          <a:p>
            <a:pPr algn="ctr" defTabSz="685800">
              <a:buClrTx/>
            </a:pPr>
            <a:r>
              <a:rPr lang="pt-BR" sz="4050" b="1" kern="1200" dirty="0">
                <a:solidFill>
                  <a:prstClr val="white"/>
                </a:solidFill>
                <a:latin typeface="Arial" panose="020B0604020202020204" pitchFamily="34" charset="0"/>
                <a:ea typeface="+mn-ea"/>
                <a:cs typeface="Arial" panose="020B0604020202020204" pitchFamily="34" charset="0"/>
              </a:rPr>
              <a:t>AULA 12</a:t>
            </a:r>
          </a:p>
        </p:txBody>
      </p:sp>
      <p:sp>
        <p:nvSpPr>
          <p:cNvPr id="37" name="Rectangle 36">
            <a:extLst>
              <a:ext uri="{FF2B5EF4-FFF2-40B4-BE49-F238E27FC236}">
                <a16:creationId xmlns:a16="http://schemas.microsoft.com/office/drawing/2014/main" id="{2412CE40-A2EA-2887-5398-B5CB0175860D}"/>
              </a:ext>
            </a:extLst>
          </p:cNvPr>
          <p:cNvSpPr/>
          <p:nvPr/>
        </p:nvSpPr>
        <p:spPr>
          <a:xfrm rot="5400000">
            <a:off x="400491" y="1108017"/>
            <a:ext cx="616708" cy="95312"/>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pt-BR" sz="1350" kern="1200">
              <a:solidFill>
                <a:prstClr val="white"/>
              </a:solidFill>
              <a:latin typeface="Calibri" panose="020F0502020204030204"/>
            </a:endParaRPr>
          </a:p>
        </p:txBody>
      </p:sp>
      <p:sp>
        <p:nvSpPr>
          <p:cNvPr id="3" name="Isosceles Triangle 2">
            <a:extLst>
              <a:ext uri="{FF2B5EF4-FFF2-40B4-BE49-F238E27FC236}">
                <a16:creationId xmlns:a16="http://schemas.microsoft.com/office/drawing/2014/main" id="{D6F95FB3-D6D5-34B0-44A5-860AE6BF857E}"/>
              </a:ext>
            </a:extLst>
          </p:cNvPr>
          <p:cNvSpPr/>
          <p:nvPr/>
        </p:nvSpPr>
        <p:spPr>
          <a:xfrm rot="5400000">
            <a:off x="1067364" y="2723340"/>
            <a:ext cx="148760" cy="128242"/>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pt-BR" sz="1350" kern="1200">
              <a:solidFill>
                <a:prstClr val="white"/>
              </a:solidFill>
              <a:latin typeface="Calibri" panose="020F0502020204030204"/>
            </a:endParaRPr>
          </a:p>
        </p:txBody>
      </p:sp>
      <p:sp>
        <p:nvSpPr>
          <p:cNvPr id="4" name="Isosceles Triangle 3">
            <a:extLst>
              <a:ext uri="{FF2B5EF4-FFF2-40B4-BE49-F238E27FC236}">
                <a16:creationId xmlns:a16="http://schemas.microsoft.com/office/drawing/2014/main" id="{FA42DCEC-E414-5AF3-91B7-DF74FD47481D}"/>
              </a:ext>
            </a:extLst>
          </p:cNvPr>
          <p:cNvSpPr/>
          <p:nvPr/>
        </p:nvSpPr>
        <p:spPr>
          <a:xfrm rot="5400000">
            <a:off x="1067364" y="3089100"/>
            <a:ext cx="148760" cy="128242"/>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pt-BR" sz="1350" kern="1200">
              <a:solidFill>
                <a:prstClr val="white"/>
              </a:solidFill>
              <a:latin typeface="Calibri" panose="020F0502020204030204"/>
            </a:endParaRPr>
          </a:p>
        </p:txBody>
      </p:sp>
      <p:pic>
        <p:nvPicPr>
          <p:cNvPr id="7" name="Graphic 6">
            <a:extLst>
              <a:ext uri="{FF2B5EF4-FFF2-40B4-BE49-F238E27FC236}">
                <a16:creationId xmlns:a16="http://schemas.microsoft.com/office/drawing/2014/main" id="{709DCA01-2242-3111-B18B-1112D937A70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93308" y="330010"/>
            <a:ext cx="579007" cy="707675"/>
          </a:xfrm>
          <a:prstGeom prst="rect">
            <a:avLst/>
          </a:prstGeom>
        </p:spPr>
      </p:pic>
      <p:sp>
        <p:nvSpPr>
          <p:cNvPr id="24" name="Isosceles Triangle 23">
            <a:extLst>
              <a:ext uri="{FF2B5EF4-FFF2-40B4-BE49-F238E27FC236}">
                <a16:creationId xmlns:a16="http://schemas.microsoft.com/office/drawing/2014/main" id="{8702B6B2-FDC1-FE32-60DC-FCAB90A95152}"/>
              </a:ext>
            </a:extLst>
          </p:cNvPr>
          <p:cNvSpPr/>
          <p:nvPr/>
        </p:nvSpPr>
        <p:spPr>
          <a:xfrm rot="5400000">
            <a:off x="1067364" y="3469833"/>
            <a:ext cx="148760" cy="128242"/>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pt-BR" sz="1350" kern="1200">
              <a:solidFill>
                <a:prstClr val="white"/>
              </a:solidFill>
              <a:latin typeface="Calibri" panose="020F0502020204030204"/>
            </a:endParaRPr>
          </a:p>
        </p:txBody>
      </p:sp>
      <p:sp>
        <p:nvSpPr>
          <p:cNvPr id="25" name="Isosceles Triangle 24">
            <a:extLst>
              <a:ext uri="{FF2B5EF4-FFF2-40B4-BE49-F238E27FC236}">
                <a16:creationId xmlns:a16="http://schemas.microsoft.com/office/drawing/2014/main" id="{41002319-DE98-37E8-96EA-73E20150CDC7}"/>
              </a:ext>
            </a:extLst>
          </p:cNvPr>
          <p:cNvSpPr/>
          <p:nvPr/>
        </p:nvSpPr>
        <p:spPr>
          <a:xfrm rot="5400000">
            <a:off x="1067364" y="3835593"/>
            <a:ext cx="148760" cy="128242"/>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pt-BR" sz="1350" kern="1200">
              <a:solidFill>
                <a:prstClr val="white"/>
              </a:solidFill>
              <a:latin typeface="Calibri" panose="020F0502020204030204"/>
            </a:endParaRPr>
          </a:p>
        </p:txBody>
      </p:sp>
    </p:spTree>
    <p:extLst>
      <p:ext uri="{BB962C8B-B14F-4D97-AF65-F5344CB8AC3E}">
        <p14:creationId xmlns:p14="http://schemas.microsoft.com/office/powerpoint/2010/main" val="726365580"/>
      </p:ext>
    </p:extLst>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oogle Shape;394;p38">
            <a:extLst>
              <a:ext uri="{FF2B5EF4-FFF2-40B4-BE49-F238E27FC236}">
                <a16:creationId xmlns:a16="http://schemas.microsoft.com/office/drawing/2014/main" id="{69975876-2DDA-6D66-A24D-982AA0162413}"/>
              </a:ext>
            </a:extLst>
          </p:cNvPr>
          <p:cNvGrpSpPr/>
          <p:nvPr/>
        </p:nvGrpSpPr>
        <p:grpSpPr>
          <a:xfrm>
            <a:off x="7863590" y="544398"/>
            <a:ext cx="619221" cy="783124"/>
            <a:chOff x="584925" y="238125"/>
            <a:chExt cx="415200" cy="525100"/>
          </a:xfrm>
          <a:solidFill>
            <a:schemeClr val="bg1"/>
          </a:solidFill>
        </p:grpSpPr>
        <p:sp>
          <p:nvSpPr>
            <p:cNvPr id="13" name="Google Shape;395;p38">
              <a:extLst>
                <a:ext uri="{FF2B5EF4-FFF2-40B4-BE49-F238E27FC236}">
                  <a16:creationId xmlns:a16="http://schemas.microsoft.com/office/drawing/2014/main" id="{7FEFD609-63D6-D06D-5086-F9C5EF24316C}"/>
                </a:ext>
              </a:extLst>
            </p:cNvPr>
            <p:cNvSpPr/>
            <p:nvPr/>
          </p:nvSpPr>
          <p:spPr>
            <a:xfrm>
              <a:off x="621550" y="299175"/>
              <a:ext cx="378575" cy="464050"/>
            </a:xfrm>
            <a:custGeom>
              <a:avLst/>
              <a:gdLst/>
              <a:ahLst/>
              <a:cxnLst/>
              <a:rect l="l" t="t" r="r" b="b"/>
              <a:pathLst>
                <a:path w="15143" h="18562" extrusionOk="0">
                  <a:moveTo>
                    <a:pt x="14166" y="0"/>
                  </a:moveTo>
                  <a:lnTo>
                    <a:pt x="14166" y="16755"/>
                  </a:lnTo>
                  <a:lnTo>
                    <a:pt x="14141" y="16926"/>
                  </a:lnTo>
                  <a:lnTo>
                    <a:pt x="14093" y="17072"/>
                  </a:lnTo>
                  <a:lnTo>
                    <a:pt x="14044" y="17194"/>
                  </a:lnTo>
                  <a:lnTo>
                    <a:pt x="13946" y="17341"/>
                  </a:lnTo>
                  <a:lnTo>
                    <a:pt x="13824" y="17438"/>
                  </a:lnTo>
                  <a:lnTo>
                    <a:pt x="13677" y="17512"/>
                  </a:lnTo>
                  <a:lnTo>
                    <a:pt x="13531" y="17561"/>
                  </a:lnTo>
                  <a:lnTo>
                    <a:pt x="13384" y="17585"/>
                  </a:lnTo>
                  <a:lnTo>
                    <a:pt x="0" y="17585"/>
                  </a:lnTo>
                  <a:lnTo>
                    <a:pt x="0" y="17731"/>
                  </a:lnTo>
                  <a:lnTo>
                    <a:pt x="25" y="17902"/>
                  </a:lnTo>
                  <a:lnTo>
                    <a:pt x="74" y="18049"/>
                  </a:lnTo>
                  <a:lnTo>
                    <a:pt x="123" y="18171"/>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71"/>
                  </a:lnTo>
                  <a:lnTo>
                    <a:pt x="15069" y="18049"/>
                  </a:lnTo>
                  <a:lnTo>
                    <a:pt x="15118" y="17902"/>
                  </a:lnTo>
                  <a:lnTo>
                    <a:pt x="15143" y="17731"/>
                  </a:lnTo>
                  <a:lnTo>
                    <a:pt x="15143" y="733"/>
                  </a:lnTo>
                  <a:lnTo>
                    <a:pt x="15118" y="586"/>
                  </a:lnTo>
                  <a:lnTo>
                    <a:pt x="15069" y="440"/>
                  </a:lnTo>
                  <a:lnTo>
                    <a:pt x="15021" y="318"/>
                  </a:lnTo>
                  <a:lnTo>
                    <a:pt x="14923" y="196"/>
                  </a:lnTo>
                  <a:lnTo>
                    <a:pt x="14801" y="122"/>
                  </a:lnTo>
                  <a:lnTo>
                    <a:pt x="14654" y="49"/>
                  </a:lnTo>
                  <a:lnTo>
                    <a:pt x="14508" y="25"/>
                  </a:lnTo>
                  <a:lnTo>
                    <a:pt x="14361" y="0"/>
                  </a:lnTo>
                  <a:close/>
                </a:path>
              </a:pathLst>
            </a:custGeom>
            <a:grpFill/>
            <a:ln>
              <a:noFill/>
            </a:ln>
          </p:spPr>
          <p:txBody>
            <a:bodyPr spcFirstLastPara="1" wrap="square" lIns="68569" tIns="68569" rIns="68569" bIns="68569" anchor="ctr" anchorCtr="0">
              <a:noAutofit/>
            </a:bodyPr>
            <a:lstStyle/>
            <a:p>
              <a:endParaRPr sz="1050"/>
            </a:p>
          </p:txBody>
        </p:sp>
        <p:sp>
          <p:nvSpPr>
            <p:cNvPr id="14" name="Google Shape;396;p38">
              <a:extLst>
                <a:ext uri="{FF2B5EF4-FFF2-40B4-BE49-F238E27FC236}">
                  <a16:creationId xmlns:a16="http://schemas.microsoft.com/office/drawing/2014/main" id="{360EC6DD-B97D-E1FE-53CB-746158A68D18}"/>
                </a:ext>
              </a:extLst>
            </p:cNvPr>
            <p:cNvSpPr/>
            <p:nvPr/>
          </p:nvSpPr>
          <p:spPr>
            <a:xfrm>
              <a:off x="633750" y="238125"/>
              <a:ext cx="29350" cy="63500"/>
            </a:xfrm>
            <a:custGeom>
              <a:avLst/>
              <a:gdLst/>
              <a:ahLst/>
              <a:cxnLst/>
              <a:rect l="l" t="t" r="r" b="b"/>
              <a:pathLst>
                <a:path w="1174" h="2540" extrusionOk="0">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grpFill/>
            <a:ln>
              <a:noFill/>
            </a:ln>
          </p:spPr>
          <p:txBody>
            <a:bodyPr spcFirstLastPara="1" wrap="square" lIns="68569" tIns="68569" rIns="68569" bIns="68569" anchor="ctr" anchorCtr="0">
              <a:noAutofit/>
            </a:bodyPr>
            <a:lstStyle/>
            <a:p>
              <a:endParaRPr sz="1050"/>
            </a:p>
          </p:txBody>
        </p:sp>
        <p:sp>
          <p:nvSpPr>
            <p:cNvPr id="15" name="Google Shape;397;p38">
              <a:extLst>
                <a:ext uri="{FF2B5EF4-FFF2-40B4-BE49-F238E27FC236}">
                  <a16:creationId xmlns:a16="http://schemas.microsoft.com/office/drawing/2014/main" id="{EB888627-DEC5-84ED-2CB5-1D46DAC3185D}"/>
                </a:ext>
              </a:extLst>
            </p:cNvPr>
            <p:cNvSpPr/>
            <p:nvPr/>
          </p:nvSpPr>
          <p:spPr>
            <a:xfrm>
              <a:off x="716800" y="238125"/>
              <a:ext cx="29325" cy="63500"/>
            </a:xfrm>
            <a:custGeom>
              <a:avLst/>
              <a:gdLst/>
              <a:ahLst/>
              <a:cxnLst/>
              <a:rect l="l" t="t" r="r" b="b"/>
              <a:pathLst>
                <a:path w="1173" h="2540" extrusionOk="0">
                  <a:moveTo>
                    <a:pt x="391" y="0"/>
                  </a:moveTo>
                  <a:lnTo>
                    <a:pt x="294"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80" y="49"/>
                  </a:lnTo>
                  <a:lnTo>
                    <a:pt x="782" y="0"/>
                  </a:lnTo>
                  <a:close/>
                </a:path>
              </a:pathLst>
            </a:custGeom>
            <a:grpFill/>
            <a:ln>
              <a:noFill/>
            </a:ln>
          </p:spPr>
          <p:txBody>
            <a:bodyPr spcFirstLastPara="1" wrap="square" lIns="68569" tIns="68569" rIns="68569" bIns="68569" anchor="ctr" anchorCtr="0">
              <a:noAutofit/>
            </a:bodyPr>
            <a:lstStyle/>
            <a:p>
              <a:endParaRPr sz="1050"/>
            </a:p>
          </p:txBody>
        </p:sp>
        <p:sp>
          <p:nvSpPr>
            <p:cNvPr id="16" name="Google Shape;398;p38">
              <a:extLst>
                <a:ext uri="{FF2B5EF4-FFF2-40B4-BE49-F238E27FC236}">
                  <a16:creationId xmlns:a16="http://schemas.microsoft.com/office/drawing/2014/main" id="{127D451F-60C5-D90F-BDC8-80606FDF9592}"/>
                </a:ext>
              </a:extLst>
            </p:cNvPr>
            <p:cNvSpPr/>
            <p:nvPr/>
          </p:nvSpPr>
          <p:spPr>
            <a:xfrm>
              <a:off x="799825" y="238125"/>
              <a:ext cx="29350" cy="63500"/>
            </a:xfrm>
            <a:custGeom>
              <a:avLst/>
              <a:gdLst/>
              <a:ahLst/>
              <a:cxnLst/>
              <a:rect l="l" t="t" r="r" b="b"/>
              <a:pathLst>
                <a:path w="1174" h="2540" extrusionOk="0">
                  <a:moveTo>
                    <a:pt x="392" y="0"/>
                  </a:moveTo>
                  <a:lnTo>
                    <a:pt x="294" y="49"/>
                  </a:lnTo>
                  <a:lnTo>
                    <a:pt x="221" y="73"/>
                  </a:lnTo>
                  <a:lnTo>
                    <a:pt x="148" y="147"/>
                  </a:lnTo>
                  <a:lnTo>
                    <a:pt x="74" y="220"/>
                  </a:lnTo>
                  <a:lnTo>
                    <a:pt x="50" y="293"/>
                  </a:lnTo>
                  <a:lnTo>
                    <a:pt x="1" y="391"/>
                  </a:lnTo>
                  <a:lnTo>
                    <a:pt x="1" y="488"/>
                  </a:lnTo>
                  <a:lnTo>
                    <a:pt x="1" y="2052"/>
                  </a:lnTo>
                  <a:lnTo>
                    <a:pt x="1" y="2149"/>
                  </a:lnTo>
                  <a:lnTo>
                    <a:pt x="50" y="2247"/>
                  </a:lnTo>
                  <a:lnTo>
                    <a:pt x="74" y="2320"/>
                  </a:lnTo>
                  <a:lnTo>
                    <a:pt x="148" y="2393"/>
                  </a:lnTo>
                  <a:lnTo>
                    <a:pt x="221" y="2467"/>
                  </a:lnTo>
                  <a:lnTo>
                    <a:pt x="294" y="2491"/>
                  </a:lnTo>
                  <a:lnTo>
                    <a:pt x="392" y="2540"/>
                  </a:lnTo>
                  <a:lnTo>
                    <a:pt x="783"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3" y="0"/>
                  </a:lnTo>
                  <a:close/>
                </a:path>
              </a:pathLst>
            </a:custGeom>
            <a:grpFill/>
            <a:ln>
              <a:noFill/>
            </a:ln>
          </p:spPr>
          <p:txBody>
            <a:bodyPr spcFirstLastPara="1" wrap="square" lIns="68569" tIns="68569" rIns="68569" bIns="68569" anchor="ctr" anchorCtr="0">
              <a:noAutofit/>
            </a:bodyPr>
            <a:lstStyle/>
            <a:p>
              <a:endParaRPr sz="1050"/>
            </a:p>
          </p:txBody>
        </p:sp>
        <p:sp>
          <p:nvSpPr>
            <p:cNvPr id="17" name="Google Shape;399;p38">
              <a:extLst>
                <a:ext uri="{FF2B5EF4-FFF2-40B4-BE49-F238E27FC236}">
                  <a16:creationId xmlns:a16="http://schemas.microsoft.com/office/drawing/2014/main" id="{5688A3E6-36C5-FC9B-B5DD-A968D6BC92B2}"/>
                </a:ext>
              </a:extLst>
            </p:cNvPr>
            <p:cNvSpPr/>
            <p:nvPr/>
          </p:nvSpPr>
          <p:spPr>
            <a:xfrm>
              <a:off x="882875" y="238125"/>
              <a:ext cx="29325" cy="63500"/>
            </a:xfrm>
            <a:custGeom>
              <a:avLst/>
              <a:gdLst/>
              <a:ahLst/>
              <a:cxnLst/>
              <a:rect l="l" t="t" r="r" b="b"/>
              <a:pathLst>
                <a:path w="1173" h="2540" extrusionOk="0">
                  <a:moveTo>
                    <a:pt x="391" y="0"/>
                  </a:moveTo>
                  <a:lnTo>
                    <a:pt x="294" y="49"/>
                  </a:lnTo>
                  <a:lnTo>
                    <a:pt x="220" y="73"/>
                  </a:lnTo>
                  <a:lnTo>
                    <a:pt x="147" y="147"/>
                  </a:lnTo>
                  <a:lnTo>
                    <a:pt x="74" y="220"/>
                  </a:lnTo>
                  <a:lnTo>
                    <a:pt x="49" y="293"/>
                  </a:lnTo>
                  <a:lnTo>
                    <a:pt x="1" y="391"/>
                  </a:lnTo>
                  <a:lnTo>
                    <a:pt x="1" y="488"/>
                  </a:lnTo>
                  <a:lnTo>
                    <a:pt x="1" y="2052"/>
                  </a:lnTo>
                  <a:lnTo>
                    <a:pt x="1"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100" y="2320"/>
                  </a:lnTo>
                  <a:lnTo>
                    <a:pt x="1124" y="2247"/>
                  </a:lnTo>
                  <a:lnTo>
                    <a:pt x="1173" y="2149"/>
                  </a:lnTo>
                  <a:lnTo>
                    <a:pt x="1173" y="2052"/>
                  </a:lnTo>
                  <a:lnTo>
                    <a:pt x="1173" y="488"/>
                  </a:lnTo>
                  <a:lnTo>
                    <a:pt x="1173" y="391"/>
                  </a:lnTo>
                  <a:lnTo>
                    <a:pt x="1124" y="293"/>
                  </a:lnTo>
                  <a:lnTo>
                    <a:pt x="1100" y="220"/>
                  </a:lnTo>
                  <a:lnTo>
                    <a:pt x="1026" y="147"/>
                  </a:lnTo>
                  <a:lnTo>
                    <a:pt x="953" y="73"/>
                  </a:lnTo>
                  <a:lnTo>
                    <a:pt x="880" y="49"/>
                  </a:lnTo>
                  <a:lnTo>
                    <a:pt x="782" y="0"/>
                  </a:lnTo>
                  <a:close/>
                </a:path>
              </a:pathLst>
            </a:custGeom>
            <a:grpFill/>
            <a:ln>
              <a:noFill/>
            </a:ln>
          </p:spPr>
          <p:txBody>
            <a:bodyPr spcFirstLastPara="1" wrap="square" lIns="68569" tIns="68569" rIns="68569" bIns="68569" anchor="ctr" anchorCtr="0">
              <a:noAutofit/>
            </a:bodyPr>
            <a:lstStyle/>
            <a:p>
              <a:endParaRPr sz="1050"/>
            </a:p>
          </p:txBody>
        </p:sp>
        <p:sp>
          <p:nvSpPr>
            <p:cNvPr id="18" name="Google Shape;400;p38">
              <a:extLst>
                <a:ext uri="{FF2B5EF4-FFF2-40B4-BE49-F238E27FC236}">
                  <a16:creationId xmlns:a16="http://schemas.microsoft.com/office/drawing/2014/main" id="{AFFDBAF9-3A2B-2DE0-CDBA-81BDA9EE0E4C}"/>
                </a:ext>
              </a:extLst>
            </p:cNvPr>
            <p:cNvSpPr/>
            <p:nvPr/>
          </p:nvSpPr>
          <p:spPr>
            <a:xfrm>
              <a:off x="584925" y="261325"/>
              <a:ext cx="378575" cy="464050"/>
            </a:xfrm>
            <a:custGeom>
              <a:avLst/>
              <a:gdLst/>
              <a:ahLst/>
              <a:cxnLst/>
              <a:rect l="l" t="t" r="r" b="b"/>
              <a:pathLst>
                <a:path w="15143" h="18562" extrusionOk="0">
                  <a:moveTo>
                    <a:pt x="2540" y="171"/>
                  </a:moveTo>
                  <a:lnTo>
                    <a:pt x="2711" y="195"/>
                  </a:lnTo>
                  <a:lnTo>
                    <a:pt x="2882" y="244"/>
                  </a:lnTo>
                  <a:lnTo>
                    <a:pt x="3053" y="318"/>
                  </a:lnTo>
                  <a:lnTo>
                    <a:pt x="3175" y="440"/>
                  </a:lnTo>
                  <a:lnTo>
                    <a:pt x="3297" y="562"/>
                  </a:lnTo>
                  <a:lnTo>
                    <a:pt x="3370" y="733"/>
                  </a:lnTo>
                  <a:lnTo>
                    <a:pt x="3419" y="904"/>
                  </a:lnTo>
                  <a:lnTo>
                    <a:pt x="3444" y="1075"/>
                  </a:lnTo>
                  <a:lnTo>
                    <a:pt x="3419" y="1246"/>
                  </a:lnTo>
                  <a:lnTo>
                    <a:pt x="3370" y="1417"/>
                  </a:lnTo>
                  <a:lnTo>
                    <a:pt x="3297" y="1588"/>
                  </a:lnTo>
                  <a:lnTo>
                    <a:pt x="3175" y="1710"/>
                  </a:lnTo>
                  <a:lnTo>
                    <a:pt x="3053" y="1832"/>
                  </a:lnTo>
                  <a:lnTo>
                    <a:pt x="2882" y="1905"/>
                  </a:lnTo>
                  <a:lnTo>
                    <a:pt x="2711" y="1954"/>
                  </a:lnTo>
                  <a:lnTo>
                    <a:pt x="2540" y="1978"/>
                  </a:lnTo>
                  <a:lnTo>
                    <a:pt x="2369" y="1954"/>
                  </a:lnTo>
                  <a:lnTo>
                    <a:pt x="2198" y="1905"/>
                  </a:lnTo>
                  <a:lnTo>
                    <a:pt x="2027" y="1832"/>
                  </a:lnTo>
                  <a:lnTo>
                    <a:pt x="1905" y="1710"/>
                  </a:lnTo>
                  <a:lnTo>
                    <a:pt x="1783" y="1588"/>
                  </a:lnTo>
                  <a:lnTo>
                    <a:pt x="1710" y="1417"/>
                  </a:lnTo>
                  <a:lnTo>
                    <a:pt x="1661" y="1246"/>
                  </a:lnTo>
                  <a:lnTo>
                    <a:pt x="1636" y="1075"/>
                  </a:lnTo>
                  <a:lnTo>
                    <a:pt x="1661" y="904"/>
                  </a:lnTo>
                  <a:lnTo>
                    <a:pt x="1710" y="733"/>
                  </a:lnTo>
                  <a:lnTo>
                    <a:pt x="1783" y="562"/>
                  </a:lnTo>
                  <a:lnTo>
                    <a:pt x="1905" y="440"/>
                  </a:lnTo>
                  <a:lnTo>
                    <a:pt x="2027" y="318"/>
                  </a:lnTo>
                  <a:lnTo>
                    <a:pt x="2198" y="244"/>
                  </a:lnTo>
                  <a:lnTo>
                    <a:pt x="2369" y="195"/>
                  </a:lnTo>
                  <a:lnTo>
                    <a:pt x="2540" y="171"/>
                  </a:lnTo>
                  <a:close/>
                  <a:moveTo>
                    <a:pt x="5862" y="171"/>
                  </a:moveTo>
                  <a:lnTo>
                    <a:pt x="6033" y="195"/>
                  </a:lnTo>
                  <a:lnTo>
                    <a:pt x="6204" y="244"/>
                  </a:lnTo>
                  <a:lnTo>
                    <a:pt x="6374" y="318"/>
                  </a:lnTo>
                  <a:lnTo>
                    <a:pt x="6497" y="440"/>
                  </a:lnTo>
                  <a:lnTo>
                    <a:pt x="6619" y="562"/>
                  </a:lnTo>
                  <a:lnTo>
                    <a:pt x="6692" y="733"/>
                  </a:lnTo>
                  <a:lnTo>
                    <a:pt x="6741" y="904"/>
                  </a:lnTo>
                  <a:lnTo>
                    <a:pt x="6765" y="1075"/>
                  </a:lnTo>
                  <a:lnTo>
                    <a:pt x="6741" y="1246"/>
                  </a:lnTo>
                  <a:lnTo>
                    <a:pt x="6692" y="1417"/>
                  </a:lnTo>
                  <a:lnTo>
                    <a:pt x="6619" y="1588"/>
                  </a:lnTo>
                  <a:lnTo>
                    <a:pt x="6497" y="1710"/>
                  </a:lnTo>
                  <a:lnTo>
                    <a:pt x="6374" y="1832"/>
                  </a:lnTo>
                  <a:lnTo>
                    <a:pt x="6204" y="1905"/>
                  </a:lnTo>
                  <a:lnTo>
                    <a:pt x="6033" y="1954"/>
                  </a:lnTo>
                  <a:lnTo>
                    <a:pt x="5862" y="1978"/>
                  </a:lnTo>
                  <a:lnTo>
                    <a:pt x="5691" y="1954"/>
                  </a:lnTo>
                  <a:lnTo>
                    <a:pt x="5520" y="1905"/>
                  </a:lnTo>
                  <a:lnTo>
                    <a:pt x="5349" y="1832"/>
                  </a:lnTo>
                  <a:lnTo>
                    <a:pt x="5227" y="1710"/>
                  </a:lnTo>
                  <a:lnTo>
                    <a:pt x="5104" y="1588"/>
                  </a:lnTo>
                  <a:lnTo>
                    <a:pt x="5031" y="1417"/>
                  </a:lnTo>
                  <a:lnTo>
                    <a:pt x="4982" y="1246"/>
                  </a:lnTo>
                  <a:lnTo>
                    <a:pt x="4958" y="1075"/>
                  </a:lnTo>
                  <a:lnTo>
                    <a:pt x="4982" y="904"/>
                  </a:lnTo>
                  <a:lnTo>
                    <a:pt x="5031" y="733"/>
                  </a:lnTo>
                  <a:lnTo>
                    <a:pt x="5104" y="562"/>
                  </a:lnTo>
                  <a:lnTo>
                    <a:pt x="5227" y="440"/>
                  </a:lnTo>
                  <a:lnTo>
                    <a:pt x="5349" y="318"/>
                  </a:lnTo>
                  <a:lnTo>
                    <a:pt x="5520" y="244"/>
                  </a:lnTo>
                  <a:lnTo>
                    <a:pt x="5691" y="195"/>
                  </a:lnTo>
                  <a:lnTo>
                    <a:pt x="5862" y="171"/>
                  </a:lnTo>
                  <a:close/>
                  <a:moveTo>
                    <a:pt x="9183" y="171"/>
                  </a:moveTo>
                  <a:lnTo>
                    <a:pt x="9354" y="195"/>
                  </a:lnTo>
                  <a:lnTo>
                    <a:pt x="9525" y="244"/>
                  </a:lnTo>
                  <a:lnTo>
                    <a:pt x="9696" y="318"/>
                  </a:lnTo>
                  <a:lnTo>
                    <a:pt x="9818" y="440"/>
                  </a:lnTo>
                  <a:lnTo>
                    <a:pt x="9940" y="562"/>
                  </a:lnTo>
                  <a:lnTo>
                    <a:pt x="10014" y="733"/>
                  </a:lnTo>
                  <a:lnTo>
                    <a:pt x="10062" y="904"/>
                  </a:lnTo>
                  <a:lnTo>
                    <a:pt x="10087" y="1075"/>
                  </a:lnTo>
                  <a:lnTo>
                    <a:pt x="10062" y="1246"/>
                  </a:lnTo>
                  <a:lnTo>
                    <a:pt x="10014" y="1417"/>
                  </a:lnTo>
                  <a:lnTo>
                    <a:pt x="9940" y="1588"/>
                  </a:lnTo>
                  <a:lnTo>
                    <a:pt x="9818" y="1710"/>
                  </a:lnTo>
                  <a:lnTo>
                    <a:pt x="9696" y="1832"/>
                  </a:lnTo>
                  <a:lnTo>
                    <a:pt x="9525" y="1905"/>
                  </a:lnTo>
                  <a:lnTo>
                    <a:pt x="9354" y="1954"/>
                  </a:lnTo>
                  <a:lnTo>
                    <a:pt x="9183" y="1978"/>
                  </a:lnTo>
                  <a:lnTo>
                    <a:pt x="9012" y="1954"/>
                  </a:lnTo>
                  <a:lnTo>
                    <a:pt x="8841" y="1905"/>
                  </a:lnTo>
                  <a:lnTo>
                    <a:pt x="8670" y="1832"/>
                  </a:lnTo>
                  <a:lnTo>
                    <a:pt x="8548" y="1710"/>
                  </a:lnTo>
                  <a:lnTo>
                    <a:pt x="8426" y="1588"/>
                  </a:lnTo>
                  <a:lnTo>
                    <a:pt x="8353" y="1417"/>
                  </a:lnTo>
                  <a:lnTo>
                    <a:pt x="8304" y="1246"/>
                  </a:lnTo>
                  <a:lnTo>
                    <a:pt x="8279" y="1075"/>
                  </a:lnTo>
                  <a:lnTo>
                    <a:pt x="8304" y="904"/>
                  </a:lnTo>
                  <a:lnTo>
                    <a:pt x="8353" y="733"/>
                  </a:lnTo>
                  <a:lnTo>
                    <a:pt x="8426" y="562"/>
                  </a:lnTo>
                  <a:lnTo>
                    <a:pt x="8548" y="440"/>
                  </a:lnTo>
                  <a:lnTo>
                    <a:pt x="8670" y="318"/>
                  </a:lnTo>
                  <a:lnTo>
                    <a:pt x="8841" y="244"/>
                  </a:lnTo>
                  <a:lnTo>
                    <a:pt x="9012" y="195"/>
                  </a:lnTo>
                  <a:lnTo>
                    <a:pt x="9183" y="171"/>
                  </a:lnTo>
                  <a:close/>
                  <a:moveTo>
                    <a:pt x="12505" y="171"/>
                  </a:moveTo>
                  <a:lnTo>
                    <a:pt x="12676" y="195"/>
                  </a:lnTo>
                  <a:lnTo>
                    <a:pt x="12847" y="244"/>
                  </a:lnTo>
                  <a:lnTo>
                    <a:pt x="13018" y="318"/>
                  </a:lnTo>
                  <a:lnTo>
                    <a:pt x="13140" y="440"/>
                  </a:lnTo>
                  <a:lnTo>
                    <a:pt x="13262" y="562"/>
                  </a:lnTo>
                  <a:lnTo>
                    <a:pt x="13335" y="733"/>
                  </a:lnTo>
                  <a:lnTo>
                    <a:pt x="13384" y="904"/>
                  </a:lnTo>
                  <a:lnTo>
                    <a:pt x="13408" y="1075"/>
                  </a:lnTo>
                  <a:lnTo>
                    <a:pt x="13384" y="1246"/>
                  </a:lnTo>
                  <a:lnTo>
                    <a:pt x="13335" y="1417"/>
                  </a:lnTo>
                  <a:lnTo>
                    <a:pt x="13262" y="1588"/>
                  </a:lnTo>
                  <a:lnTo>
                    <a:pt x="13140" y="1710"/>
                  </a:lnTo>
                  <a:lnTo>
                    <a:pt x="13018" y="1832"/>
                  </a:lnTo>
                  <a:lnTo>
                    <a:pt x="12847" y="1905"/>
                  </a:lnTo>
                  <a:lnTo>
                    <a:pt x="12676" y="1954"/>
                  </a:lnTo>
                  <a:lnTo>
                    <a:pt x="12505" y="1978"/>
                  </a:lnTo>
                  <a:lnTo>
                    <a:pt x="12334" y="1954"/>
                  </a:lnTo>
                  <a:lnTo>
                    <a:pt x="12163" y="1905"/>
                  </a:lnTo>
                  <a:lnTo>
                    <a:pt x="11992" y="1832"/>
                  </a:lnTo>
                  <a:lnTo>
                    <a:pt x="11870" y="1710"/>
                  </a:lnTo>
                  <a:lnTo>
                    <a:pt x="11748" y="1588"/>
                  </a:lnTo>
                  <a:lnTo>
                    <a:pt x="11674" y="1417"/>
                  </a:lnTo>
                  <a:lnTo>
                    <a:pt x="11625" y="1246"/>
                  </a:lnTo>
                  <a:lnTo>
                    <a:pt x="11601" y="1075"/>
                  </a:lnTo>
                  <a:lnTo>
                    <a:pt x="11625" y="904"/>
                  </a:lnTo>
                  <a:lnTo>
                    <a:pt x="11674" y="733"/>
                  </a:lnTo>
                  <a:lnTo>
                    <a:pt x="11748" y="562"/>
                  </a:lnTo>
                  <a:lnTo>
                    <a:pt x="11870" y="440"/>
                  </a:lnTo>
                  <a:lnTo>
                    <a:pt x="11992" y="318"/>
                  </a:lnTo>
                  <a:lnTo>
                    <a:pt x="12163" y="244"/>
                  </a:lnTo>
                  <a:lnTo>
                    <a:pt x="12334" y="195"/>
                  </a:lnTo>
                  <a:lnTo>
                    <a:pt x="12505" y="171"/>
                  </a:lnTo>
                  <a:close/>
                  <a:moveTo>
                    <a:pt x="13091" y="5520"/>
                  </a:moveTo>
                  <a:lnTo>
                    <a:pt x="13189" y="5544"/>
                  </a:lnTo>
                  <a:lnTo>
                    <a:pt x="13262" y="5593"/>
                  </a:lnTo>
                  <a:lnTo>
                    <a:pt x="13311" y="5666"/>
                  </a:lnTo>
                  <a:lnTo>
                    <a:pt x="13335" y="5764"/>
                  </a:lnTo>
                  <a:lnTo>
                    <a:pt x="13311" y="5862"/>
                  </a:lnTo>
                  <a:lnTo>
                    <a:pt x="13262" y="5935"/>
                  </a:lnTo>
                  <a:lnTo>
                    <a:pt x="13189" y="5984"/>
                  </a:lnTo>
                  <a:lnTo>
                    <a:pt x="13091" y="6008"/>
                  </a:lnTo>
                  <a:lnTo>
                    <a:pt x="1954" y="6008"/>
                  </a:lnTo>
                  <a:lnTo>
                    <a:pt x="1856" y="5984"/>
                  </a:lnTo>
                  <a:lnTo>
                    <a:pt x="1783" y="5935"/>
                  </a:lnTo>
                  <a:lnTo>
                    <a:pt x="1734" y="5862"/>
                  </a:lnTo>
                  <a:lnTo>
                    <a:pt x="1710" y="5764"/>
                  </a:lnTo>
                  <a:lnTo>
                    <a:pt x="1734" y="5666"/>
                  </a:lnTo>
                  <a:lnTo>
                    <a:pt x="1783" y="5593"/>
                  </a:lnTo>
                  <a:lnTo>
                    <a:pt x="1856" y="5544"/>
                  </a:lnTo>
                  <a:lnTo>
                    <a:pt x="1954" y="5520"/>
                  </a:lnTo>
                  <a:close/>
                  <a:moveTo>
                    <a:pt x="13189" y="7840"/>
                  </a:moveTo>
                  <a:lnTo>
                    <a:pt x="13262" y="7913"/>
                  </a:lnTo>
                  <a:lnTo>
                    <a:pt x="13311" y="7986"/>
                  </a:lnTo>
                  <a:lnTo>
                    <a:pt x="13335" y="8084"/>
                  </a:lnTo>
                  <a:lnTo>
                    <a:pt x="13311" y="8182"/>
                  </a:lnTo>
                  <a:lnTo>
                    <a:pt x="13262" y="8255"/>
                  </a:lnTo>
                  <a:lnTo>
                    <a:pt x="13189" y="8304"/>
                  </a:lnTo>
                  <a:lnTo>
                    <a:pt x="13091" y="8328"/>
                  </a:lnTo>
                  <a:lnTo>
                    <a:pt x="1954" y="8328"/>
                  </a:lnTo>
                  <a:lnTo>
                    <a:pt x="1856" y="8304"/>
                  </a:lnTo>
                  <a:lnTo>
                    <a:pt x="1783" y="8255"/>
                  </a:lnTo>
                  <a:lnTo>
                    <a:pt x="1734" y="8182"/>
                  </a:lnTo>
                  <a:lnTo>
                    <a:pt x="1710" y="8084"/>
                  </a:lnTo>
                  <a:lnTo>
                    <a:pt x="1734" y="7986"/>
                  </a:lnTo>
                  <a:lnTo>
                    <a:pt x="1783" y="7913"/>
                  </a:lnTo>
                  <a:lnTo>
                    <a:pt x="1856" y="7840"/>
                  </a:lnTo>
                  <a:close/>
                  <a:moveTo>
                    <a:pt x="13091" y="10136"/>
                  </a:moveTo>
                  <a:lnTo>
                    <a:pt x="13189" y="10160"/>
                  </a:lnTo>
                  <a:lnTo>
                    <a:pt x="13262" y="10209"/>
                  </a:lnTo>
                  <a:lnTo>
                    <a:pt x="13311" y="10282"/>
                  </a:lnTo>
                  <a:lnTo>
                    <a:pt x="13335" y="10380"/>
                  </a:lnTo>
                  <a:lnTo>
                    <a:pt x="13311" y="10478"/>
                  </a:lnTo>
                  <a:lnTo>
                    <a:pt x="13262" y="10551"/>
                  </a:lnTo>
                  <a:lnTo>
                    <a:pt x="13189" y="10600"/>
                  </a:lnTo>
                  <a:lnTo>
                    <a:pt x="13091" y="10624"/>
                  </a:lnTo>
                  <a:lnTo>
                    <a:pt x="1954" y="10624"/>
                  </a:lnTo>
                  <a:lnTo>
                    <a:pt x="1856" y="10600"/>
                  </a:lnTo>
                  <a:lnTo>
                    <a:pt x="1783" y="10551"/>
                  </a:lnTo>
                  <a:lnTo>
                    <a:pt x="1734" y="10478"/>
                  </a:lnTo>
                  <a:lnTo>
                    <a:pt x="1710" y="10380"/>
                  </a:lnTo>
                  <a:lnTo>
                    <a:pt x="1734" y="10282"/>
                  </a:lnTo>
                  <a:lnTo>
                    <a:pt x="1783" y="10209"/>
                  </a:lnTo>
                  <a:lnTo>
                    <a:pt x="1856" y="10160"/>
                  </a:lnTo>
                  <a:lnTo>
                    <a:pt x="1954" y="10136"/>
                  </a:lnTo>
                  <a:close/>
                  <a:moveTo>
                    <a:pt x="8206" y="12456"/>
                  </a:moveTo>
                  <a:lnTo>
                    <a:pt x="8304" y="12480"/>
                  </a:lnTo>
                  <a:lnTo>
                    <a:pt x="8377" y="12529"/>
                  </a:lnTo>
                  <a:lnTo>
                    <a:pt x="8426" y="12602"/>
                  </a:lnTo>
                  <a:lnTo>
                    <a:pt x="8450" y="12700"/>
                  </a:lnTo>
                  <a:lnTo>
                    <a:pt x="8426" y="12798"/>
                  </a:lnTo>
                  <a:lnTo>
                    <a:pt x="8377" y="12871"/>
                  </a:lnTo>
                  <a:lnTo>
                    <a:pt x="8304" y="12920"/>
                  </a:lnTo>
                  <a:lnTo>
                    <a:pt x="8206" y="12944"/>
                  </a:lnTo>
                  <a:lnTo>
                    <a:pt x="1954" y="12944"/>
                  </a:lnTo>
                  <a:lnTo>
                    <a:pt x="1856" y="12920"/>
                  </a:lnTo>
                  <a:lnTo>
                    <a:pt x="1783" y="12871"/>
                  </a:lnTo>
                  <a:lnTo>
                    <a:pt x="1734" y="12798"/>
                  </a:lnTo>
                  <a:lnTo>
                    <a:pt x="1710" y="12700"/>
                  </a:lnTo>
                  <a:lnTo>
                    <a:pt x="1734" y="12602"/>
                  </a:lnTo>
                  <a:lnTo>
                    <a:pt x="1783" y="12529"/>
                  </a:lnTo>
                  <a:lnTo>
                    <a:pt x="1856" y="12480"/>
                  </a:lnTo>
                  <a:lnTo>
                    <a:pt x="1954" y="12456"/>
                  </a:lnTo>
                  <a:close/>
                  <a:moveTo>
                    <a:pt x="782" y="0"/>
                  </a:moveTo>
                  <a:lnTo>
                    <a:pt x="635" y="25"/>
                  </a:lnTo>
                  <a:lnTo>
                    <a:pt x="489" y="73"/>
                  </a:lnTo>
                  <a:lnTo>
                    <a:pt x="342" y="122"/>
                  </a:lnTo>
                  <a:lnTo>
                    <a:pt x="220" y="220"/>
                  </a:lnTo>
                  <a:lnTo>
                    <a:pt x="122" y="342"/>
                  </a:lnTo>
                  <a:lnTo>
                    <a:pt x="73" y="489"/>
                  </a:lnTo>
                  <a:lnTo>
                    <a:pt x="24" y="635"/>
                  </a:lnTo>
                  <a:lnTo>
                    <a:pt x="0" y="782"/>
                  </a:lnTo>
                  <a:lnTo>
                    <a:pt x="0" y="17780"/>
                  </a:lnTo>
                  <a:lnTo>
                    <a:pt x="24" y="17927"/>
                  </a:lnTo>
                  <a:lnTo>
                    <a:pt x="73" y="18073"/>
                  </a:lnTo>
                  <a:lnTo>
                    <a:pt x="122" y="18220"/>
                  </a:lnTo>
                  <a:lnTo>
                    <a:pt x="220" y="18342"/>
                  </a:lnTo>
                  <a:lnTo>
                    <a:pt x="342" y="18440"/>
                  </a:lnTo>
                  <a:lnTo>
                    <a:pt x="489" y="18488"/>
                  </a:lnTo>
                  <a:lnTo>
                    <a:pt x="635" y="18537"/>
                  </a:lnTo>
                  <a:lnTo>
                    <a:pt x="782" y="18562"/>
                  </a:lnTo>
                  <a:lnTo>
                    <a:pt x="14361" y="18562"/>
                  </a:lnTo>
                  <a:lnTo>
                    <a:pt x="14507" y="18537"/>
                  </a:lnTo>
                  <a:lnTo>
                    <a:pt x="14654" y="18488"/>
                  </a:lnTo>
                  <a:lnTo>
                    <a:pt x="14800" y="18440"/>
                  </a:lnTo>
                  <a:lnTo>
                    <a:pt x="14923" y="18342"/>
                  </a:lnTo>
                  <a:lnTo>
                    <a:pt x="15020" y="18220"/>
                  </a:lnTo>
                  <a:lnTo>
                    <a:pt x="15069" y="18073"/>
                  </a:lnTo>
                  <a:lnTo>
                    <a:pt x="15118" y="17927"/>
                  </a:lnTo>
                  <a:lnTo>
                    <a:pt x="15142" y="17780"/>
                  </a:lnTo>
                  <a:lnTo>
                    <a:pt x="15142" y="782"/>
                  </a:lnTo>
                  <a:lnTo>
                    <a:pt x="15118" y="635"/>
                  </a:lnTo>
                  <a:lnTo>
                    <a:pt x="15069" y="489"/>
                  </a:lnTo>
                  <a:lnTo>
                    <a:pt x="15020" y="342"/>
                  </a:lnTo>
                  <a:lnTo>
                    <a:pt x="14923" y="220"/>
                  </a:lnTo>
                  <a:lnTo>
                    <a:pt x="14800" y="122"/>
                  </a:lnTo>
                  <a:lnTo>
                    <a:pt x="14654" y="73"/>
                  </a:lnTo>
                  <a:lnTo>
                    <a:pt x="14507" y="25"/>
                  </a:lnTo>
                  <a:lnTo>
                    <a:pt x="14361" y="0"/>
                  </a:lnTo>
                  <a:close/>
                </a:path>
              </a:pathLst>
            </a:custGeom>
            <a:grpFill/>
            <a:ln>
              <a:noFill/>
            </a:ln>
          </p:spPr>
          <p:txBody>
            <a:bodyPr spcFirstLastPara="1" wrap="square" lIns="68569" tIns="68569" rIns="68569" bIns="68569" anchor="ctr" anchorCtr="0">
              <a:noAutofit/>
            </a:bodyPr>
            <a:lstStyle/>
            <a:p>
              <a:endParaRPr sz="1050"/>
            </a:p>
          </p:txBody>
        </p:sp>
      </p:grpSp>
      <p:sp>
        <p:nvSpPr>
          <p:cNvPr id="19" name="Rectangle 18">
            <a:extLst>
              <a:ext uri="{FF2B5EF4-FFF2-40B4-BE49-F238E27FC236}">
                <a16:creationId xmlns:a16="http://schemas.microsoft.com/office/drawing/2014/main" id="{F53C1041-9743-A87D-530C-B72966015919}"/>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pic>
        <p:nvPicPr>
          <p:cNvPr id="23" name="Graphic 22">
            <a:extLst>
              <a:ext uri="{FF2B5EF4-FFF2-40B4-BE49-F238E27FC236}">
                <a16:creationId xmlns:a16="http://schemas.microsoft.com/office/drawing/2014/main" id="{280FD8EE-077F-414D-B575-C58E262700B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599413">
            <a:off x="7017608" y="538133"/>
            <a:ext cx="1034305" cy="745144"/>
          </a:xfrm>
          <a:prstGeom prst="rect">
            <a:avLst/>
          </a:prstGeom>
        </p:spPr>
      </p:pic>
      <p:sp>
        <p:nvSpPr>
          <p:cNvPr id="5" name="Rectangle 4">
            <a:extLst>
              <a:ext uri="{FF2B5EF4-FFF2-40B4-BE49-F238E27FC236}">
                <a16:creationId xmlns:a16="http://schemas.microsoft.com/office/drawing/2014/main" id="{A9A48624-1AC6-D13D-1BA8-9359A792B118}"/>
              </a:ext>
            </a:extLst>
          </p:cNvPr>
          <p:cNvSpPr/>
          <p:nvPr/>
        </p:nvSpPr>
        <p:spPr>
          <a:xfrm>
            <a:off x="-9285" y="1"/>
            <a:ext cx="2001587"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2" name="TextBox 1">
            <a:extLst>
              <a:ext uri="{FF2B5EF4-FFF2-40B4-BE49-F238E27FC236}">
                <a16:creationId xmlns:a16="http://schemas.microsoft.com/office/drawing/2014/main" id="{8C98A508-F370-75AC-DC5B-01237E248365}"/>
              </a:ext>
            </a:extLst>
          </p:cNvPr>
          <p:cNvSpPr txBox="1"/>
          <p:nvPr/>
        </p:nvSpPr>
        <p:spPr>
          <a:xfrm>
            <a:off x="2802446" y="2571749"/>
            <a:ext cx="4888415" cy="600164"/>
          </a:xfrm>
          <a:prstGeom prst="rect">
            <a:avLst/>
          </a:prstGeom>
          <a:noFill/>
        </p:spPr>
        <p:txBody>
          <a:bodyPr wrap="square" rtlCol="0">
            <a:spAutoFit/>
          </a:bodyPr>
          <a:lstStyle/>
          <a:p>
            <a:pPr algn="ctr"/>
            <a:r>
              <a:rPr lang="pt-BR" sz="3300" b="1" dirty="0">
                <a:solidFill>
                  <a:schemeClr val="tx1">
                    <a:lumMod val="75000"/>
                    <a:lumOff val="25000"/>
                  </a:schemeClr>
                </a:solidFill>
                <a:latin typeface="Arial" panose="020B0604020202020204" pitchFamily="34" charset="0"/>
                <a:cs typeface="Arial" panose="020B0604020202020204" pitchFamily="34" charset="0"/>
              </a:rPr>
              <a:t>Linguagem UML</a:t>
            </a:r>
          </a:p>
        </p:txBody>
      </p:sp>
      <p:sp>
        <p:nvSpPr>
          <p:cNvPr id="3" name="TextBox 2">
            <a:extLst>
              <a:ext uri="{FF2B5EF4-FFF2-40B4-BE49-F238E27FC236}">
                <a16:creationId xmlns:a16="http://schemas.microsoft.com/office/drawing/2014/main" id="{B12348ED-B1F6-3770-B857-2F22C0765C3B}"/>
              </a:ext>
            </a:extLst>
          </p:cNvPr>
          <p:cNvSpPr txBox="1"/>
          <p:nvPr/>
        </p:nvSpPr>
        <p:spPr>
          <a:xfrm>
            <a:off x="3004461" y="3227609"/>
            <a:ext cx="4461236" cy="415498"/>
          </a:xfrm>
          <a:prstGeom prst="rect">
            <a:avLst/>
          </a:prstGeom>
          <a:noFill/>
        </p:spPr>
        <p:txBody>
          <a:bodyPr wrap="square" rtlCol="0">
            <a:spAutoFit/>
          </a:bodyPr>
          <a:lstStyle/>
          <a:p>
            <a:pPr algn="ctr"/>
            <a:r>
              <a:rPr lang="pt-BR" sz="2100" b="1" dirty="0">
                <a:solidFill>
                  <a:srgbClr val="8989FF"/>
                </a:solidFill>
                <a:latin typeface="Arial" panose="020B0604020202020204" pitchFamily="34" charset="0"/>
                <a:cs typeface="Arial" panose="020B0604020202020204" pitchFamily="34" charset="0"/>
              </a:rPr>
              <a:t>Unified Modeling Language</a:t>
            </a:r>
          </a:p>
        </p:txBody>
      </p:sp>
    </p:spTree>
    <p:extLst>
      <p:ext uri="{BB962C8B-B14F-4D97-AF65-F5344CB8AC3E}">
        <p14:creationId xmlns:p14="http://schemas.microsoft.com/office/powerpoint/2010/main" val="3592433599"/>
      </p:ext>
    </p:extLst>
  </p:cSld>
  <p:clrMapOvr>
    <a:masterClrMapping/>
  </p:clrMapOvr>
  <p:transition>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0F30E75-2E0D-BE78-BD76-A5A799FCA5D1}"/>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4" name="Rectangle 3">
            <a:extLst>
              <a:ext uri="{FF2B5EF4-FFF2-40B4-BE49-F238E27FC236}">
                <a16:creationId xmlns:a16="http://schemas.microsoft.com/office/drawing/2014/main" id="{0ADE7282-37AB-22A0-225D-D8C6CA7B1AAA}"/>
              </a:ext>
            </a:extLst>
          </p:cNvPr>
          <p:cNvSpPr/>
          <p:nvPr/>
        </p:nvSpPr>
        <p:spPr>
          <a:xfrm>
            <a:off x="-9285" y="1"/>
            <a:ext cx="256739"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Google Shape;3850;p15">
            <a:extLst>
              <a:ext uri="{FF2B5EF4-FFF2-40B4-BE49-F238E27FC236}">
                <a16:creationId xmlns:a16="http://schemas.microsoft.com/office/drawing/2014/main" id="{A5F9AF60-8A3B-5034-E99C-BEFD226F30A2}"/>
              </a:ext>
            </a:extLst>
          </p:cNvPr>
          <p:cNvSpPr txBox="1">
            <a:spLocks/>
          </p:cNvSpPr>
          <p:nvPr/>
        </p:nvSpPr>
        <p:spPr>
          <a:xfrm>
            <a:off x="715812" y="536215"/>
            <a:ext cx="3695932" cy="38609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1pPr>
            <a:lvl2pPr marR="0" lvl="1"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2pPr>
            <a:lvl3pPr marR="0" lvl="2"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3pPr>
            <a:lvl4pPr marR="0" lvl="3"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4pPr>
            <a:lvl5pPr marR="0" lvl="4"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5pPr>
            <a:lvl6pPr marR="0" lvl="5"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6pPr>
            <a:lvl7pPr marR="0" lvl="6"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7pPr>
            <a:lvl8pPr marR="0" lvl="7"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8pPr>
            <a:lvl9pPr marR="0" lvl="8"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9pPr>
          </a:lstStyle>
          <a:p>
            <a:r>
              <a:rPr lang="pt-BR" sz="2100" b="1" dirty="0">
                <a:solidFill>
                  <a:srgbClr val="5353FF"/>
                </a:solidFill>
                <a:latin typeface="Arial" panose="020B0604020202020204" pitchFamily="34" charset="0"/>
                <a:cs typeface="Arial" panose="020B0604020202020204" pitchFamily="34" charset="0"/>
              </a:rPr>
              <a:t>Conceito de UML</a:t>
            </a:r>
          </a:p>
        </p:txBody>
      </p:sp>
      <p:pic>
        <p:nvPicPr>
          <p:cNvPr id="6" name="Imagem 5">
            <a:extLst>
              <a:ext uri="{FF2B5EF4-FFF2-40B4-BE49-F238E27FC236}">
                <a16:creationId xmlns:a16="http://schemas.microsoft.com/office/drawing/2014/main" id="{29AE4B58-22E4-9632-5D60-BA289DAA5EAF}"/>
              </a:ext>
            </a:extLst>
          </p:cNvPr>
          <p:cNvPicPr>
            <a:picLocks noChangeAspect="1"/>
          </p:cNvPicPr>
          <p:nvPr/>
        </p:nvPicPr>
        <p:blipFill>
          <a:blip r:embed="rId2"/>
          <a:stretch>
            <a:fillRect/>
          </a:stretch>
        </p:blipFill>
        <p:spPr>
          <a:xfrm>
            <a:off x="774857" y="1414505"/>
            <a:ext cx="2021681" cy="3264651"/>
          </a:xfrm>
          <a:prstGeom prst="rect">
            <a:avLst/>
          </a:prstGeom>
        </p:spPr>
      </p:pic>
      <p:pic>
        <p:nvPicPr>
          <p:cNvPr id="7" name="Graphic 6">
            <a:extLst>
              <a:ext uri="{FF2B5EF4-FFF2-40B4-BE49-F238E27FC236}">
                <a16:creationId xmlns:a16="http://schemas.microsoft.com/office/drawing/2014/main" id="{CB459914-E113-96F6-0F24-529D30C5990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71706" y="317206"/>
            <a:ext cx="579007" cy="707675"/>
          </a:xfrm>
          <a:prstGeom prst="rect">
            <a:avLst/>
          </a:prstGeom>
        </p:spPr>
      </p:pic>
      <p:sp>
        <p:nvSpPr>
          <p:cNvPr id="11" name="TextBox 10">
            <a:extLst>
              <a:ext uri="{FF2B5EF4-FFF2-40B4-BE49-F238E27FC236}">
                <a16:creationId xmlns:a16="http://schemas.microsoft.com/office/drawing/2014/main" id="{A86F2343-27E6-73AB-8DCA-778CED85C167}"/>
              </a:ext>
            </a:extLst>
          </p:cNvPr>
          <p:cNvSpPr txBox="1"/>
          <p:nvPr/>
        </p:nvSpPr>
        <p:spPr>
          <a:xfrm>
            <a:off x="2947240" y="1343445"/>
            <a:ext cx="5006627" cy="3000821"/>
          </a:xfrm>
          <a:prstGeom prst="rect">
            <a:avLst/>
          </a:prstGeom>
          <a:noFill/>
        </p:spPr>
        <p:txBody>
          <a:bodyPr wrap="square">
            <a:spAutoFit/>
          </a:bodyPr>
          <a:lstStyle/>
          <a:p>
            <a:pPr algn="just"/>
            <a:r>
              <a:rPr lang="pt-BR" sz="2100" dirty="0">
                <a:solidFill>
                  <a:schemeClr val="tx1">
                    <a:lumMod val="75000"/>
                    <a:lumOff val="25000"/>
                  </a:schemeClr>
                </a:solidFill>
              </a:rPr>
              <a:t>É uma abordagem para representar de</a:t>
            </a:r>
            <a:r>
              <a:rPr lang="pt-BR" sz="2100" dirty="0">
                <a:solidFill>
                  <a:srgbClr val="8989FF"/>
                </a:solidFill>
                <a:latin typeface="Arial" panose="020B0604020202020204" pitchFamily="34" charset="0"/>
                <a:ea typeface="Roboto Mono"/>
                <a:cs typeface="Arial" panose="020B0604020202020204" pitchFamily="34" charset="0"/>
                <a:sym typeface="Roboto Mono"/>
              </a:rPr>
              <a:t> forma visual</a:t>
            </a:r>
            <a:r>
              <a:rPr lang="pt-BR" sz="2100" dirty="0">
                <a:solidFill>
                  <a:schemeClr val="tx1">
                    <a:lumMod val="75000"/>
                    <a:lumOff val="25000"/>
                  </a:schemeClr>
                </a:solidFill>
              </a:rPr>
              <a:t>, informações e estruturas de dados de um sistema ou processo. </a:t>
            </a:r>
          </a:p>
          <a:p>
            <a:pPr algn="just"/>
            <a:endParaRPr lang="pt-BR" sz="2100" dirty="0">
              <a:solidFill>
                <a:schemeClr val="tx1">
                  <a:lumMod val="75000"/>
                  <a:lumOff val="25000"/>
                </a:schemeClr>
              </a:solidFill>
            </a:endParaRPr>
          </a:p>
          <a:p>
            <a:pPr algn="just"/>
            <a:r>
              <a:rPr lang="pt-BR" sz="2100" dirty="0">
                <a:solidFill>
                  <a:schemeClr val="tx1">
                    <a:lumMod val="75000"/>
                    <a:lumOff val="25000"/>
                  </a:schemeClr>
                </a:solidFill>
              </a:rPr>
              <a:t>Do inglês “Unified Modeling Language”, a UML é muito usada na </a:t>
            </a:r>
            <a:r>
              <a:rPr lang="pt-BR" sz="2100" dirty="0">
                <a:solidFill>
                  <a:srgbClr val="8989FF"/>
                </a:solidFill>
              </a:rPr>
              <a:t>engenharia de software</a:t>
            </a:r>
            <a:r>
              <a:rPr lang="pt-BR" sz="2100" dirty="0">
                <a:solidFill>
                  <a:schemeClr val="tx1">
                    <a:lumMod val="75000"/>
                    <a:lumOff val="25000"/>
                  </a:schemeClr>
                </a:solidFill>
              </a:rPr>
              <a:t> e </a:t>
            </a:r>
            <a:r>
              <a:rPr lang="pt-BR" sz="2100" dirty="0">
                <a:solidFill>
                  <a:srgbClr val="8989FF"/>
                </a:solidFill>
              </a:rPr>
              <a:t>gerenciamento de projetos </a:t>
            </a:r>
            <a:r>
              <a:rPr lang="pt-BR" sz="2100" dirty="0">
                <a:solidFill>
                  <a:schemeClr val="tx1">
                    <a:lumMod val="75000"/>
                    <a:lumOff val="25000"/>
                  </a:schemeClr>
                </a:solidFill>
              </a:rPr>
              <a:t>para facilitar a compreensão do sistema e a comunicação entre a equipe. </a:t>
            </a:r>
          </a:p>
        </p:txBody>
      </p:sp>
    </p:spTree>
    <p:extLst>
      <p:ext uri="{BB962C8B-B14F-4D97-AF65-F5344CB8AC3E}">
        <p14:creationId xmlns:p14="http://schemas.microsoft.com/office/powerpoint/2010/main" val="106417590"/>
      </p:ext>
    </p:extLst>
  </p:cSld>
  <p:clrMapOvr>
    <a:masterClrMapping/>
  </p:clrMapOvr>
  <p:transition>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9B361-9FD4-DBC3-5864-4D35BD5B78A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D35B4AF-043A-D350-4401-B15D83CB0973}"/>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4" name="Rectangle 3">
            <a:extLst>
              <a:ext uri="{FF2B5EF4-FFF2-40B4-BE49-F238E27FC236}">
                <a16:creationId xmlns:a16="http://schemas.microsoft.com/office/drawing/2014/main" id="{598AD155-B78B-BCFA-AB4B-22BECB6AE118}"/>
              </a:ext>
            </a:extLst>
          </p:cNvPr>
          <p:cNvSpPr/>
          <p:nvPr/>
        </p:nvSpPr>
        <p:spPr>
          <a:xfrm>
            <a:off x="-9285" y="1"/>
            <a:ext cx="256739"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Google Shape;3850;p15">
            <a:extLst>
              <a:ext uri="{FF2B5EF4-FFF2-40B4-BE49-F238E27FC236}">
                <a16:creationId xmlns:a16="http://schemas.microsoft.com/office/drawing/2014/main" id="{6D7DD567-2F13-AD1F-6796-1A35E8FBD4AA}"/>
              </a:ext>
            </a:extLst>
          </p:cNvPr>
          <p:cNvSpPr txBox="1">
            <a:spLocks/>
          </p:cNvSpPr>
          <p:nvPr/>
        </p:nvSpPr>
        <p:spPr>
          <a:xfrm>
            <a:off x="715812" y="536215"/>
            <a:ext cx="3695932" cy="38609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1pPr>
            <a:lvl2pPr marR="0" lvl="1"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2pPr>
            <a:lvl3pPr marR="0" lvl="2"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3pPr>
            <a:lvl4pPr marR="0" lvl="3"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4pPr>
            <a:lvl5pPr marR="0" lvl="4"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5pPr>
            <a:lvl6pPr marR="0" lvl="5"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6pPr>
            <a:lvl7pPr marR="0" lvl="6"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7pPr>
            <a:lvl8pPr marR="0" lvl="7"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8pPr>
            <a:lvl9pPr marR="0" lvl="8"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9pPr>
          </a:lstStyle>
          <a:p>
            <a:r>
              <a:rPr lang="pt-BR" sz="2100" b="1" dirty="0">
                <a:solidFill>
                  <a:srgbClr val="5353FF"/>
                </a:solidFill>
                <a:latin typeface="Arial" panose="020B0604020202020204" pitchFamily="34" charset="0"/>
                <a:cs typeface="Arial" panose="020B0604020202020204" pitchFamily="34" charset="0"/>
              </a:rPr>
              <a:t>Conceito de UML</a:t>
            </a:r>
          </a:p>
        </p:txBody>
      </p:sp>
      <p:pic>
        <p:nvPicPr>
          <p:cNvPr id="6" name="Imagem 5">
            <a:extLst>
              <a:ext uri="{FF2B5EF4-FFF2-40B4-BE49-F238E27FC236}">
                <a16:creationId xmlns:a16="http://schemas.microsoft.com/office/drawing/2014/main" id="{574D8D37-9BF1-E178-4BC3-2395914599BE}"/>
              </a:ext>
            </a:extLst>
          </p:cNvPr>
          <p:cNvPicPr>
            <a:picLocks noChangeAspect="1"/>
          </p:cNvPicPr>
          <p:nvPr/>
        </p:nvPicPr>
        <p:blipFill>
          <a:blip r:embed="rId2"/>
          <a:stretch>
            <a:fillRect/>
          </a:stretch>
        </p:blipFill>
        <p:spPr>
          <a:xfrm>
            <a:off x="774857" y="1414505"/>
            <a:ext cx="2021681" cy="3264651"/>
          </a:xfrm>
          <a:prstGeom prst="rect">
            <a:avLst/>
          </a:prstGeom>
        </p:spPr>
      </p:pic>
      <p:pic>
        <p:nvPicPr>
          <p:cNvPr id="7" name="Graphic 6">
            <a:extLst>
              <a:ext uri="{FF2B5EF4-FFF2-40B4-BE49-F238E27FC236}">
                <a16:creationId xmlns:a16="http://schemas.microsoft.com/office/drawing/2014/main" id="{FBC969B2-D4A1-7CC1-6857-D42EB77F45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71706" y="317206"/>
            <a:ext cx="579007" cy="707675"/>
          </a:xfrm>
          <a:prstGeom prst="rect">
            <a:avLst/>
          </a:prstGeom>
        </p:spPr>
      </p:pic>
      <p:sp>
        <p:nvSpPr>
          <p:cNvPr id="11" name="TextBox 10">
            <a:extLst>
              <a:ext uri="{FF2B5EF4-FFF2-40B4-BE49-F238E27FC236}">
                <a16:creationId xmlns:a16="http://schemas.microsoft.com/office/drawing/2014/main" id="{8DA0C996-A873-132B-0C11-FDF3B52CC133}"/>
              </a:ext>
            </a:extLst>
          </p:cNvPr>
          <p:cNvSpPr txBox="1"/>
          <p:nvPr/>
        </p:nvSpPr>
        <p:spPr>
          <a:xfrm>
            <a:off x="2947240" y="1343445"/>
            <a:ext cx="5006627" cy="3323987"/>
          </a:xfrm>
          <a:prstGeom prst="rect">
            <a:avLst/>
          </a:prstGeom>
          <a:noFill/>
        </p:spPr>
        <p:txBody>
          <a:bodyPr wrap="square">
            <a:spAutoFit/>
          </a:bodyPr>
          <a:lstStyle/>
          <a:p>
            <a:pPr algn="just"/>
            <a:r>
              <a:rPr lang="pt-BR" sz="2100" dirty="0">
                <a:solidFill>
                  <a:schemeClr val="tx1">
                    <a:lumMod val="75000"/>
                    <a:lumOff val="25000"/>
                  </a:schemeClr>
                </a:solidFill>
              </a:rPr>
              <a:t>Ela é usada para visualizar, especificar, construir e escrever documentos que façam uso de </a:t>
            </a:r>
            <a:r>
              <a:rPr lang="pt-BR" sz="2100" dirty="0">
                <a:solidFill>
                  <a:srgbClr val="8989FF"/>
                </a:solidFill>
              </a:rPr>
              <a:t>sistemas complexos </a:t>
            </a:r>
            <a:r>
              <a:rPr lang="pt-BR" sz="2100" dirty="0">
                <a:solidFill>
                  <a:schemeClr val="tx1">
                    <a:lumMod val="75000"/>
                    <a:lumOff val="25000"/>
                  </a:schemeClr>
                </a:solidFill>
              </a:rPr>
              <a:t>de software. </a:t>
            </a:r>
          </a:p>
          <a:p>
            <a:pPr algn="just"/>
            <a:endParaRPr lang="pt-BR" sz="2100" dirty="0">
              <a:solidFill>
                <a:schemeClr val="tx1">
                  <a:lumMod val="75000"/>
                  <a:lumOff val="25000"/>
                </a:schemeClr>
              </a:solidFill>
            </a:endParaRPr>
          </a:p>
          <a:p>
            <a:pPr algn="just"/>
            <a:r>
              <a:rPr lang="pt-BR" sz="2100" dirty="0">
                <a:solidFill>
                  <a:schemeClr val="tx1">
                    <a:lumMod val="75000"/>
                    <a:lumOff val="25000"/>
                  </a:schemeClr>
                </a:solidFill>
              </a:rPr>
              <a:t>A UML é uma combinação de várias notações orientadas a objetos: design orientado a objetos, técnica de modelagem de objetos e engenharia de software orientada a objetos. </a:t>
            </a:r>
          </a:p>
        </p:txBody>
      </p:sp>
    </p:spTree>
    <p:extLst>
      <p:ext uri="{BB962C8B-B14F-4D97-AF65-F5344CB8AC3E}">
        <p14:creationId xmlns:p14="http://schemas.microsoft.com/office/powerpoint/2010/main" val="3697149103"/>
      </p:ext>
    </p:extLst>
  </p:cSld>
  <p:clrMapOvr>
    <a:masterClrMapping/>
  </p:clrMapOvr>
  <p:transition>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8E191-D0CD-4763-F99B-74C89EAB80D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FB7F31B-3EC8-C790-F7BD-733F06B668B1}"/>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Rectangle 4">
            <a:extLst>
              <a:ext uri="{FF2B5EF4-FFF2-40B4-BE49-F238E27FC236}">
                <a16:creationId xmlns:a16="http://schemas.microsoft.com/office/drawing/2014/main" id="{03B0CB55-86AC-83B6-2F69-DBC511D4ACC9}"/>
              </a:ext>
            </a:extLst>
          </p:cNvPr>
          <p:cNvSpPr/>
          <p:nvPr/>
        </p:nvSpPr>
        <p:spPr>
          <a:xfrm>
            <a:off x="-9285" y="1"/>
            <a:ext cx="256739"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7" name="Google Shape;3850;p15">
            <a:extLst>
              <a:ext uri="{FF2B5EF4-FFF2-40B4-BE49-F238E27FC236}">
                <a16:creationId xmlns:a16="http://schemas.microsoft.com/office/drawing/2014/main" id="{3BDB0635-E68F-AED7-DFB4-CE552A48756C}"/>
              </a:ext>
            </a:extLst>
          </p:cNvPr>
          <p:cNvSpPr txBox="1">
            <a:spLocks/>
          </p:cNvSpPr>
          <p:nvPr/>
        </p:nvSpPr>
        <p:spPr>
          <a:xfrm>
            <a:off x="715812" y="536215"/>
            <a:ext cx="5032182" cy="38609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1pPr>
            <a:lvl2pPr marR="0" lvl="1"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2pPr>
            <a:lvl3pPr marR="0" lvl="2"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3pPr>
            <a:lvl4pPr marR="0" lvl="3"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4pPr>
            <a:lvl5pPr marR="0" lvl="4"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5pPr>
            <a:lvl6pPr marR="0" lvl="5"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6pPr>
            <a:lvl7pPr marR="0" lvl="6"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7pPr>
            <a:lvl8pPr marR="0" lvl="7"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8pPr>
            <a:lvl9pPr marR="0" lvl="8"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9pPr>
          </a:lstStyle>
          <a:p>
            <a:r>
              <a:rPr lang="pt-BR" sz="2100" b="1" dirty="0">
                <a:solidFill>
                  <a:srgbClr val="5353FF"/>
                </a:solidFill>
                <a:latin typeface="Arial" panose="020B0604020202020204" pitchFamily="34" charset="0"/>
                <a:cs typeface="Arial" panose="020B0604020202020204" pitchFamily="34" charset="0"/>
              </a:rPr>
              <a:t>Vantagens da UML</a:t>
            </a:r>
          </a:p>
        </p:txBody>
      </p:sp>
      <p:sp>
        <p:nvSpPr>
          <p:cNvPr id="2" name="TextBox 1">
            <a:extLst>
              <a:ext uri="{FF2B5EF4-FFF2-40B4-BE49-F238E27FC236}">
                <a16:creationId xmlns:a16="http://schemas.microsoft.com/office/drawing/2014/main" id="{6E614BC1-6B22-2BFE-9458-13A27AA3E8D8}"/>
              </a:ext>
            </a:extLst>
          </p:cNvPr>
          <p:cNvSpPr txBox="1"/>
          <p:nvPr/>
        </p:nvSpPr>
        <p:spPr>
          <a:xfrm>
            <a:off x="1219001" y="1381595"/>
            <a:ext cx="6928089" cy="3293209"/>
          </a:xfrm>
          <a:prstGeom prst="rect">
            <a:avLst/>
          </a:prstGeom>
          <a:noFill/>
        </p:spPr>
        <p:txBody>
          <a:bodyPr wrap="square">
            <a:spAutoFit/>
          </a:bodyPr>
          <a:lstStyle/>
          <a:p>
            <a:r>
              <a:rPr lang="pt-BR" sz="20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rPr>
              <a:t>Evitar problemas de </a:t>
            </a:r>
            <a:r>
              <a:rPr lang="pt-BR" sz="2000" dirty="0">
                <a:solidFill>
                  <a:srgbClr val="8989FF"/>
                </a:solidFill>
                <a:latin typeface="Arial" panose="020B0604020202020204" pitchFamily="34" charset="0"/>
                <a:ea typeface="Roboto Mono"/>
                <a:cs typeface="Arial" panose="020B0604020202020204" pitchFamily="34" charset="0"/>
                <a:sym typeface="Roboto Mono"/>
              </a:rPr>
              <a:t>entendimento</a:t>
            </a:r>
            <a:r>
              <a:rPr lang="pt-BR" sz="20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rPr>
              <a:t> entre os stakeholders e evitar erros na hora de levantar os requisitos do projeto.</a:t>
            </a:r>
          </a:p>
          <a:p>
            <a:endParaRPr lang="pt-BR" sz="16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endParaRPr>
          </a:p>
          <a:p>
            <a:r>
              <a:rPr lang="pt-BR" sz="20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rPr>
              <a:t>Servir como uma </a:t>
            </a:r>
            <a:r>
              <a:rPr lang="pt-BR" sz="2000" dirty="0">
                <a:solidFill>
                  <a:srgbClr val="8989FF"/>
                </a:solidFill>
                <a:latin typeface="Arial" panose="020B0604020202020204" pitchFamily="34" charset="0"/>
                <a:ea typeface="Roboto Mono"/>
                <a:cs typeface="Arial" panose="020B0604020202020204" pitchFamily="34" charset="0"/>
                <a:sym typeface="Roboto Mono"/>
              </a:rPr>
              <a:t>documentação visual </a:t>
            </a:r>
            <a:r>
              <a:rPr lang="pt-BR" sz="20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rPr>
              <a:t>que ajuda a manter um registro claro do projeto.</a:t>
            </a:r>
          </a:p>
          <a:p>
            <a:endParaRPr lang="pt-BR" sz="16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endParaRPr>
          </a:p>
          <a:p>
            <a:r>
              <a:rPr lang="pt-BR" sz="20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rPr>
              <a:t>Ajudar a </a:t>
            </a:r>
            <a:r>
              <a:rPr lang="pt-BR" sz="2000" dirty="0">
                <a:solidFill>
                  <a:srgbClr val="8989FF"/>
                </a:solidFill>
                <a:latin typeface="Arial" panose="020B0604020202020204" pitchFamily="34" charset="0"/>
                <a:ea typeface="Roboto Mono"/>
                <a:cs typeface="Arial" panose="020B0604020202020204" pitchFamily="34" charset="0"/>
                <a:sym typeface="Roboto Mono"/>
              </a:rPr>
              <a:t>identificar problemas de design </a:t>
            </a:r>
            <a:r>
              <a:rPr lang="pt-BR" sz="20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rPr>
              <a:t>ou inconsistências antes da implementação.</a:t>
            </a:r>
          </a:p>
          <a:p>
            <a:endParaRPr lang="pt-BR" sz="16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endParaRPr>
          </a:p>
          <a:p>
            <a:r>
              <a:rPr lang="pt-BR" sz="20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rPr>
              <a:t>Fornecer uma </a:t>
            </a:r>
            <a:r>
              <a:rPr lang="pt-BR" sz="2000" dirty="0">
                <a:solidFill>
                  <a:srgbClr val="8989FF"/>
                </a:solidFill>
                <a:latin typeface="Arial" panose="020B0604020202020204" pitchFamily="34" charset="0"/>
                <a:ea typeface="Roboto Mono"/>
                <a:cs typeface="Arial" panose="020B0604020202020204" pitchFamily="34" charset="0"/>
                <a:sym typeface="Roboto Mono"/>
              </a:rPr>
              <a:t>abordagem padrão </a:t>
            </a:r>
            <a:r>
              <a:rPr lang="pt-BR" sz="20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rPr>
              <a:t>de informações, tornando mais fácil a colaboração em equipes multidisciplinares.</a:t>
            </a:r>
          </a:p>
        </p:txBody>
      </p:sp>
      <p:sp>
        <p:nvSpPr>
          <p:cNvPr id="8" name="Rectangle 7">
            <a:extLst>
              <a:ext uri="{FF2B5EF4-FFF2-40B4-BE49-F238E27FC236}">
                <a16:creationId xmlns:a16="http://schemas.microsoft.com/office/drawing/2014/main" id="{4CB066A7-C116-622E-04BB-075A31C4FD49}"/>
              </a:ext>
            </a:extLst>
          </p:cNvPr>
          <p:cNvSpPr/>
          <p:nvPr/>
        </p:nvSpPr>
        <p:spPr>
          <a:xfrm rot="5400000">
            <a:off x="995602" y="2383787"/>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10" name="Rectangle 9">
            <a:extLst>
              <a:ext uri="{FF2B5EF4-FFF2-40B4-BE49-F238E27FC236}">
                <a16:creationId xmlns:a16="http://schemas.microsoft.com/office/drawing/2014/main" id="{E1A262D4-72DE-57DD-D686-DC4E6B7BDC2A}"/>
              </a:ext>
            </a:extLst>
          </p:cNvPr>
          <p:cNvSpPr/>
          <p:nvPr/>
        </p:nvSpPr>
        <p:spPr>
          <a:xfrm rot="5400000">
            <a:off x="994114" y="3211970"/>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9" name="Rectangle 8">
            <a:extLst>
              <a:ext uri="{FF2B5EF4-FFF2-40B4-BE49-F238E27FC236}">
                <a16:creationId xmlns:a16="http://schemas.microsoft.com/office/drawing/2014/main" id="{C6B5DC5D-5065-93DA-12D9-6A3365852F7D}"/>
              </a:ext>
            </a:extLst>
          </p:cNvPr>
          <p:cNvSpPr/>
          <p:nvPr/>
        </p:nvSpPr>
        <p:spPr>
          <a:xfrm rot="5400000">
            <a:off x="994114" y="1518756"/>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pic>
        <p:nvPicPr>
          <p:cNvPr id="11" name="Graphic 10">
            <a:extLst>
              <a:ext uri="{FF2B5EF4-FFF2-40B4-BE49-F238E27FC236}">
                <a16:creationId xmlns:a16="http://schemas.microsoft.com/office/drawing/2014/main" id="{D1F10D40-1612-57BC-9969-11491B0F34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1706" y="317206"/>
            <a:ext cx="579007" cy="707675"/>
          </a:xfrm>
          <a:prstGeom prst="rect">
            <a:avLst/>
          </a:prstGeom>
        </p:spPr>
      </p:pic>
      <p:sp>
        <p:nvSpPr>
          <p:cNvPr id="6" name="Rectangle 5">
            <a:extLst>
              <a:ext uri="{FF2B5EF4-FFF2-40B4-BE49-F238E27FC236}">
                <a16:creationId xmlns:a16="http://schemas.microsoft.com/office/drawing/2014/main" id="{85827E2F-87C1-EE87-81E7-94A5602A0264}"/>
              </a:ext>
            </a:extLst>
          </p:cNvPr>
          <p:cNvSpPr/>
          <p:nvPr/>
        </p:nvSpPr>
        <p:spPr>
          <a:xfrm rot="5400000">
            <a:off x="995602" y="4055633"/>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Tree>
    <p:extLst>
      <p:ext uri="{BB962C8B-B14F-4D97-AF65-F5344CB8AC3E}">
        <p14:creationId xmlns:p14="http://schemas.microsoft.com/office/powerpoint/2010/main" val="3433309370"/>
      </p:ext>
    </p:extLst>
  </p:cSld>
  <p:clrMapOvr>
    <a:masterClrMapping/>
  </p:clrMapOvr>
  <p:transition>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92CBC-FD8F-CB9B-914C-4B40CEF40FA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AE2BF64-748D-EEFE-5B9E-9A90CC090C5B}"/>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Rectangle 4">
            <a:extLst>
              <a:ext uri="{FF2B5EF4-FFF2-40B4-BE49-F238E27FC236}">
                <a16:creationId xmlns:a16="http://schemas.microsoft.com/office/drawing/2014/main" id="{6F6862B9-963B-5B84-9473-4533C0F968EC}"/>
              </a:ext>
            </a:extLst>
          </p:cNvPr>
          <p:cNvSpPr/>
          <p:nvPr/>
        </p:nvSpPr>
        <p:spPr>
          <a:xfrm>
            <a:off x="-9285" y="1"/>
            <a:ext cx="256739"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7" name="Google Shape;3850;p15">
            <a:extLst>
              <a:ext uri="{FF2B5EF4-FFF2-40B4-BE49-F238E27FC236}">
                <a16:creationId xmlns:a16="http://schemas.microsoft.com/office/drawing/2014/main" id="{9CF84568-CF5C-2B68-E97A-4E28E8F670F1}"/>
              </a:ext>
            </a:extLst>
          </p:cNvPr>
          <p:cNvSpPr txBox="1">
            <a:spLocks/>
          </p:cNvSpPr>
          <p:nvPr/>
        </p:nvSpPr>
        <p:spPr>
          <a:xfrm>
            <a:off x="715812" y="536215"/>
            <a:ext cx="5032182" cy="38609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1pPr>
            <a:lvl2pPr marR="0" lvl="1"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2pPr>
            <a:lvl3pPr marR="0" lvl="2"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3pPr>
            <a:lvl4pPr marR="0" lvl="3"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4pPr>
            <a:lvl5pPr marR="0" lvl="4"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5pPr>
            <a:lvl6pPr marR="0" lvl="5"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6pPr>
            <a:lvl7pPr marR="0" lvl="6"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7pPr>
            <a:lvl8pPr marR="0" lvl="7"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8pPr>
            <a:lvl9pPr marR="0" lvl="8"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9pPr>
          </a:lstStyle>
          <a:p>
            <a:r>
              <a:rPr lang="pt-BR" sz="2100" b="1" dirty="0">
                <a:solidFill>
                  <a:srgbClr val="5353FF"/>
                </a:solidFill>
                <a:latin typeface="Arial" panose="020B0604020202020204" pitchFamily="34" charset="0"/>
                <a:cs typeface="Arial" panose="020B0604020202020204" pitchFamily="34" charset="0"/>
              </a:rPr>
              <a:t>Diagramas UML</a:t>
            </a:r>
          </a:p>
        </p:txBody>
      </p:sp>
      <p:pic>
        <p:nvPicPr>
          <p:cNvPr id="3" name="Imagem 20">
            <a:extLst>
              <a:ext uri="{FF2B5EF4-FFF2-40B4-BE49-F238E27FC236}">
                <a16:creationId xmlns:a16="http://schemas.microsoft.com/office/drawing/2014/main" id="{FB0A9CFE-399F-E90E-5830-BF75DB038A60}"/>
              </a:ext>
            </a:extLst>
          </p:cNvPr>
          <p:cNvPicPr>
            <a:picLocks noChangeAspect="1"/>
          </p:cNvPicPr>
          <p:nvPr/>
        </p:nvPicPr>
        <p:blipFill>
          <a:blip r:embed="rId2"/>
          <a:stretch>
            <a:fillRect/>
          </a:stretch>
        </p:blipFill>
        <p:spPr>
          <a:xfrm>
            <a:off x="1189048" y="1016411"/>
            <a:ext cx="6430820" cy="4016568"/>
          </a:xfrm>
          <a:prstGeom prst="rect">
            <a:avLst/>
          </a:prstGeom>
        </p:spPr>
      </p:pic>
      <p:pic>
        <p:nvPicPr>
          <p:cNvPr id="12" name="Graphic 11">
            <a:extLst>
              <a:ext uri="{FF2B5EF4-FFF2-40B4-BE49-F238E27FC236}">
                <a16:creationId xmlns:a16="http://schemas.microsoft.com/office/drawing/2014/main" id="{2AD8B8B8-DD92-98C1-9844-7373A333D59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34943" y="344778"/>
            <a:ext cx="652531" cy="652531"/>
          </a:xfrm>
          <a:prstGeom prst="rect">
            <a:avLst/>
          </a:prstGeom>
        </p:spPr>
      </p:pic>
      <p:sp>
        <p:nvSpPr>
          <p:cNvPr id="13" name="Retângulo 22">
            <a:extLst>
              <a:ext uri="{FF2B5EF4-FFF2-40B4-BE49-F238E27FC236}">
                <a16:creationId xmlns:a16="http://schemas.microsoft.com/office/drawing/2014/main" id="{D2E33C83-FC86-7F6D-7291-623FCAD16C99}"/>
              </a:ext>
            </a:extLst>
          </p:cNvPr>
          <p:cNvSpPr/>
          <p:nvPr/>
        </p:nvSpPr>
        <p:spPr>
          <a:xfrm>
            <a:off x="5834200" y="2372906"/>
            <a:ext cx="1594355" cy="7330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930574381"/>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FF4FA-6F4A-5FC5-0610-9DCA15CAB84C}"/>
            </a:ext>
          </a:extLst>
        </p:cNvPr>
        <p:cNvGrpSpPr/>
        <p:nvPr/>
      </p:nvGrpSpPr>
      <p:grpSpPr>
        <a:xfrm>
          <a:off x="0" y="0"/>
          <a:ext cx="0" cy="0"/>
          <a:chOff x="0" y="0"/>
          <a:chExt cx="0" cy="0"/>
        </a:xfrm>
      </p:grpSpPr>
      <p:grpSp>
        <p:nvGrpSpPr>
          <p:cNvPr id="12" name="Google Shape;394;p38">
            <a:extLst>
              <a:ext uri="{FF2B5EF4-FFF2-40B4-BE49-F238E27FC236}">
                <a16:creationId xmlns:a16="http://schemas.microsoft.com/office/drawing/2014/main" id="{5923267F-2C56-0AC3-FFCA-543C0CB9A29D}"/>
              </a:ext>
            </a:extLst>
          </p:cNvPr>
          <p:cNvGrpSpPr/>
          <p:nvPr/>
        </p:nvGrpSpPr>
        <p:grpSpPr>
          <a:xfrm>
            <a:off x="7863590" y="544398"/>
            <a:ext cx="619221" cy="783124"/>
            <a:chOff x="584925" y="238125"/>
            <a:chExt cx="415200" cy="525100"/>
          </a:xfrm>
          <a:solidFill>
            <a:schemeClr val="bg1"/>
          </a:solidFill>
        </p:grpSpPr>
        <p:sp>
          <p:nvSpPr>
            <p:cNvPr id="13" name="Google Shape;395;p38">
              <a:extLst>
                <a:ext uri="{FF2B5EF4-FFF2-40B4-BE49-F238E27FC236}">
                  <a16:creationId xmlns:a16="http://schemas.microsoft.com/office/drawing/2014/main" id="{4236531A-D789-4411-2B03-8AC75775BFA1}"/>
                </a:ext>
              </a:extLst>
            </p:cNvPr>
            <p:cNvSpPr/>
            <p:nvPr/>
          </p:nvSpPr>
          <p:spPr>
            <a:xfrm>
              <a:off x="621550" y="299175"/>
              <a:ext cx="378575" cy="464050"/>
            </a:xfrm>
            <a:custGeom>
              <a:avLst/>
              <a:gdLst/>
              <a:ahLst/>
              <a:cxnLst/>
              <a:rect l="l" t="t" r="r" b="b"/>
              <a:pathLst>
                <a:path w="15143" h="18562" extrusionOk="0">
                  <a:moveTo>
                    <a:pt x="14166" y="0"/>
                  </a:moveTo>
                  <a:lnTo>
                    <a:pt x="14166" y="16755"/>
                  </a:lnTo>
                  <a:lnTo>
                    <a:pt x="14141" y="16926"/>
                  </a:lnTo>
                  <a:lnTo>
                    <a:pt x="14093" y="17072"/>
                  </a:lnTo>
                  <a:lnTo>
                    <a:pt x="14044" y="17194"/>
                  </a:lnTo>
                  <a:lnTo>
                    <a:pt x="13946" y="17341"/>
                  </a:lnTo>
                  <a:lnTo>
                    <a:pt x="13824" y="17438"/>
                  </a:lnTo>
                  <a:lnTo>
                    <a:pt x="13677" y="17512"/>
                  </a:lnTo>
                  <a:lnTo>
                    <a:pt x="13531" y="17561"/>
                  </a:lnTo>
                  <a:lnTo>
                    <a:pt x="13384" y="17585"/>
                  </a:lnTo>
                  <a:lnTo>
                    <a:pt x="0" y="17585"/>
                  </a:lnTo>
                  <a:lnTo>
                    <a:pt x="0" y="17731"/>
                  </a:lnTo>
                  <a:lnTo>
                    <a:pt x="25" y="17902"/>
                  </a:lnTo>
                  <a:lnTo>
                    <a:pt x="74" y="18049"/>
                  </a:lnTo>
                  <a:lnTo>
                    <a:pt x="123" y="18171"/>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71"/>
                  </a:lnTo>
                  <a:lnTo>
                    <a:pt x="15069" y="18049"/>
                  </a:lnTo>
                  <a:lnTo>
                    <a:pt x="15118" y="17902"/>
                  </a:lnTo>
                  <a:lnTo>
                    <a:pt x="15143" y="17731"/>
                  </a:lnTo>
                  <a:lnTo>
                    <a:pt x="15143" y="733"/>
                  </a:lnTo>
                  <a:lnTo>
                    <a:pt x="15118" y="586"/>
                  </a:lnTo>
                  <a:lnTo>
                    <a:pt x="15069" y="440"/>
                  </a:lnTo>
                  <a:lnTo>
                    <a:pt x="15021" y="318"/>
                  </a:lnTo>
                  <a:lnTo>
                    <a:pt x="14923" y="196"/>
                  </a:lnTo>
                  <a:lnTo>
                    <a:pt x="14801" y="122"/>
                  </a:lnTo>
                  <a:lnTo>
                    <a:pt x="14654" y="49"/>
                  </a:lnTo>
                  <a:lnTo>
                    <a:pt x="14508" y="25"/>
                  </a:lnTo>
                  <a:lnTo>
                    <a:pt x="14361" y="0"/>
                  </a:lnTo>
                  <a:close/>
                </a:path>
              </a:pathLst>
            </a:custGeom>
            <a:grpFill/>
            <a:ln>
              <a:noFill/>
            </a:ln>
          </p:spPr>
          <p:txBody>
            <a:bodyPr spcFirstLastPara="1" wrap="square" lIns="68569" tIns="68569" rIns="68569" bIns="68569" anchor="ctr" anchorCtr="0">
              <a:noAutofit/>
            </a:bodyPr>
            <a:lstStyle/>
            <a:p>
              <a:endParaRPr sz="1050"/>
            </a:p>
          </p:txBody>
        </p:sp>
        <p:sp>
          <p:nvSpPr>
            <p:cNvPr id="14" name="Google Shape;396;p38">
              <a:extLst>
                <a:ext uri="{FF2B5EF4-FFF2-40B4-BE49-F238E27FC236}">
                  <a16:creationId xmlns:a16="http://schemas.microsoft.com/office/drawing/2014/main" id="{22DA271F-6099-B757-1F08-4213025775E7}"/>
                </a:ext>
              </a:extLst>
            </p:cNvPr>
            <p:cNvSpPr/>
            <p:nvPr/>
          </p:nvSpPr>
          <p:spPr>
            <a:xfrm>
              <a:off x="633750" y="238125"/>
              <a:ext cx="29350" cy="63500"/>
            </a:xfrm>
            <a:custGeom>
              <a:avLst/>
              <a:gdLst/>
              <a:ahLst/>
              <a:cxnLst/>
              <a:rect l="l" t="t" r="r" b="b"/>
              <a:pathLst>
                <a:path w="1174" h="2540" extrusionOk="0">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grpFill/>
            <a:ln>
              <a:noFill/>
            </a:ln>
          </p:spPr>
          <p:txBody>
            <a:bodyPr spcFirstLastPara="1" wrap="square" lIns="68569" tIns="68569" rIns="68569" bIns="68569" anchor="ctr" anchorCtr="0">
              <a:noAutofit/>
            </a:bodyPr>
            <a:lstStyle/>
            <a:p>
              <a:endParaRPr sz="1050"/>
            </a:p>
          </p:txBody>
        </p:sp>
        <p:sp>
          <p:nvSpPr>
            <p:cNvPr id="15" name="Google Shape;397;p38">
              <a:extLst>
                <a:ext uri="{FF2B5EF4-FFF2-40B4-BE49-F238E27FC236}">
                  <a16:creationId xmlns:a16="http://schemas.microsoft.com/office/drawing/2014/main" id="{0B5E69F2-522C-721B-46C6-8A9FCC55C974}"/>
                </a:ext>
              </a:extLst>
            </p:cNvPr>
            <p:cNvSpPr/>
            <p:nvPr/>
          </p:nvSpPr>
          <p:spPr>
            <a:xfrm>
              <a:off x="716800" y="238125"/>
              <a:ext cx="29325" cy="63500"/>
            </a:xfrm>
            <a:custGeom>
              <a:avLst/>
              <a:gdLst/>
              <a:ahLst/>
              <a:cxnLst/>
              <a:rect l="l" t="t" r="r" b="b"/>
              <a:pathLst>
                <a:path w="1173" h="2540" extrusionOk="0">
                  <a:moveTo>
                    <a:pt x="391" y="0"/>
                  </a:moveTo>
                  <a:lnTo>
                    <a:pt x="294"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80" y="49"/>
                  </a:lnTo>
                  <a:lnTo>
                    <a:pt x="782" y="0"/>
                  </a:lnTo>
                  <a:close/>
                </a:path>
              </a:pathLst>
            </a:custGeom>
            <a:grpFill/>
            <a:ln>
              <a:noFill/>
            </a:ln>
          </p:spPr>
          <p:txBody>
            <a:bodyPr spcFirstLastPara="1" wrap="square" lIns="68569" tIns="68569" rIns="68569" bIns="68569" anchor="ctr" anchorCtr="0">
              <a:noAutofit/>
            </a:bodyPr>
            <a:lstStyle/>
            <a:p>
              <a:endParaRPr sz="1050"/>
            </a:p>
          </p:txBody>
        </p:sp>
        <p:sp>
          <p:nvSpPr>
            <p:cNvPr id="16" name="Google Shape;398;p38">
              <a:extLst>
                <a:ext uri="{FF2B5EF4-FFF2-40B4-BE49-F238E27FC236}">
                  <a16:creationId xmlns:a16="http://schemas.microsoft.com/office/drawing/2014/main" id="{408026C7-267C-82AF-1581-D0E305EF63CA}"/>
                </a:ext>
              </a:extLst>
            </p:cNvPr>
            <p:cNvSpPr/>
            <p:nvPr/>
          </p:nvSpPr>
          <p:spPr>
            <a:xfrm>
              <a:off x="799825" y="238125"/>
              <a:ext cx="29350" cy="63500"/>
            </a:xfrm>
            <a:custGeom>
              <a:avLst/>
              <a:gdLst/>
              <a:ahLst/>
              <a:cxnLst/>
              <a:rect l="l" t="t" r="r" b="b"/>
              <a:pathLst>
                <a:path w="1174" h="2540" extrusionOk="0">
                  <a:moveTo>
                    <a:pt x="392" y="0"/>
                  </a:moveTo>
                  <a:lnTo>
                    <a:pt x="294" y="49"/>
                  </a:lnTo>
                  <a:lnTo>
                    <a:pt x="221" y="73"/>
                  </a:lnTo>
                  <a:lnTo>
                    <a:pt x="148" y="147"/>
                  </a:lnTo>
                  <a:lnTo>
                    <a:pt x="74" y="220"/>
                  </a:lnTo>
                  <a:lnTo>
                    <a:pt x="50" y="293"/>
                  </a:lnTo>
                  <a:lnTo>
                    <a:pt x="1" y="391"/>
                  </a:lnTo>
                  <a:lnTo>
                    <a:pt x="1" y="488"/>
                  </a:lnTo>
                  <a:lnTo>
                    <a:pt x="1" y="2052"/>
                  </a:lnTo>
                  <a:lnTo>
                    <a:pt x="1" y="2149"/>
                  </a:lnTo>
                  <a:lnTo>
                    <a:pt x="50" y="2247"/>
                  </a:lnTo>
                  <a:lnTo>
                    <a:pt x="74" y="2320"/>
                  </a:lnTo>
                  <a:lnTo>
                    <a:pt x="148" y="2393"/>
                  </a:lnTo>
                  <a:lnTo>
                    <a:pt x="221" y="2467"/>
                  </a:lnTo>
                  <a:lnTo>
                    <a:pt x="294" y="2491"/>
                  </a:lnTo>
                  <a:lnTo>
                    <a:pt x="392" y="2540"/>
                  </a:lnTo>
                  <a:lnTo>
                    <a:pt x="783"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3" y="0"/>
                  </a:lnTo>
                  <a:close/>
                </a:path>
              </a:pathLst>
            </a:custGeom>
            <a:grpFill/>
            <a:ln>
              <a:noFill/>
            </a:ln>
          </p:spPr>
          <p:txBody>
            <a:bodyPr spcFirstLastPara="1" wrap="square" lIns="68569" tIns="68569" rIns="68569" bIns="68569" anchor="ctr" anchorCtr="0">
              <a:noAutofit/>
            </a:bodyPr>
            <a:lstStyle/>
            <a:p>
              <a:endParaRPr sz="1050"/>
            </a:p>
          </p:txBody>
        </p:sp>
        <p:sp>
          <p:nvSpPr>
            <p:cNvPr id="17" name="Google Shape;399;p38">
              <a:extLst>
                <a:ext uri="{FF2B5EF4-FFF2-40B4-BE49-F238E27FC236}">
                  <a16:creationId xmlns:a16="http://schemas.microsoft.com/office/drawing/2014/main" id="{DFB30466-C7C6-6CA4-AADE-2D9D1DCF45CA}"/>
                </a:ext>
              </a:extLst>
            </p:cNvPr>
            <p:cNvSpPr/>
            <p:nvPr/>
          </p:nvSpPr>
          <p:spPr>
            <a:xfrm>
              <a:off x="882875" y="238125"/>
              <a:ext cx="29325" cy="63500"/>
            </a:xfrm>
            <a:custGeom>
              <a:avLst/>
              <a:gdLst/>
              <a:ahLst/>
              <a:cxnLst/>
              <a:rect l="l" t="t" r="r" b="b"/>
              <a:pathLst>
                <a:path w="1173" h="2540" extrusionOk="0">
                  <a:moveTo>
                    <a:pt x="391" y="0"/>
                  </a:moveTo>
                  <a:lnTo>
                    <a:pt x="294" y="49"/>
                  </a:lnTo>
                  <a:lnTo>
                    <a:pt x="220" y="73"/>
                  </a:lnTo>
                  <a:lnTo>
                    <a:pt x="147" y="147"/>
                  </a:lnTo>
                  <a:lnTo>
                    <a:pt x="74" y="220"/>
                  </a:lnTo>
                  <a:lnTo>
                    <a:pt x="49" y="293"/>
                  </a:lnTo>
                  <a:lnTo>
                    <a:pt x="1" y="391"/>
                  </a:lnTo>
                  <a:lnTo>
                    <a:pt x="1" y="488"/>
                  </a:lnTo>
                  <a:lnTo>
                    <a:pt x="1" y="2052"/>
                  </a:lnTo>
                  <a:lnTo>
                    <a:pt x="1"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100" y="2320"/>
                  </a:lnTo>
                  <a:lnTo>
                    <a:pt x="1124" y="2247"/>
                  </a:lnTo>
                  <a:lnTo>
                    <a:pt x="1173" y="2149"/>
                  </a:lnTo>
                  <a:lnTo>
                    <a:pt x="1173" y="2052"/>
                  </a:lnTo>
                  <a:lnTo>
                    <a:pt x="1173" y="488"/>
                  </a:lnTo>
                  <a:lnTo>
                    <a:pt x="1173" y="391"/>
                  </a:lnTo>
                  <a:lnTo>
                    <a:pt x="1124" y="293"/>
                  </a:lnTo>
                  <a:lnTo>
                    <a:pt x="1100" y="220"/>
                  </a:lnTo>
                  <a:lnTo>
                    <a:pt x="1026" y="147"/>
                  </a:lnTo>
                  <a:lnTo>
                    <a:pt x="953" y="73"/>
                  </a:lnTo>
                  <a:lnTo>
                    <a:pt x="880" y="49"/>
                  </a:lnTo>
                  <a:lnTo>
                    <a:pt x="782" y="0"/>
                  </a:lnTo>
                  <a:close/>
                </a:path>
              </a:pathLst>
            </a:custGeom>
            <a:grpFill/>
            <a:ln>
              <a:noFill/>
            </a:ln>
          </p:spPr>
          <p:txBody>
            <a:bodyPr spcFirstLastPara="1" wrap="square" lIns="68569" tIns="68569" rIns="68569" bIns="68569" anchor="ctr" anchorCtr="0">
              <a:noAutofit/>
            </a:bodyPr>
            <a:lstStyle/>
            <a:p>
              <a:endParaRPr sz="1050"/>
            </a:p>
          </p:txBody>
        </p:sp>
        <p:sp>
          <p:nvSpPr>
            <p:cNvPr id="18" name="Google Shape;400;p38">
              <a:extLst>
                <a:ext uri="{FF2B5EF4-FFF2-40B4-BE49-F238E27FC236}">
                  <a16:creationId xmlns:a16="http://schemas.microsoft.com/office/drawing/2014/main" id="{1D8A6DC7-DEE5-85C1-AE7A-157166E76435}"/>
                </a:ext>
              </a:extLst>
            </p:cNvPr>
            <p:cNvSpPr/>
            <p:nvPr/>
          </p:nvSpPr>
          <p:spPr>
            <a:xfrm>
              <a:off x="584925" y="261325"/>
              <a:ext cx="378575" cy="464050"/>
            </a:xfrm>
            <a:custGeom>
              <a:avLst/>
              <a:gdLst/>
              <a:ahLst/>
              <a:cxnLst/>
              <a:rect l="l" t="t" r="r" b="b"/>
              <a:pathLst>
                <a:path w="15143" h="18562" extrusionOk="0">
                  <a:moveTo>
                    <a:pt x="2540" y="171"/>
                  </a:moveTo>
                  <a:lnTo>
                    <a:pt x="2711" y="195"/>
                  </a:lnTo>
                  <a:lnTo>
                    <a:pt x="2882" y="244"/>
                  </a:lnTo>
                  <a:lnTo>
                    <a:pt x="3053" y="318"/>
                  </a:lnTo>
                  <a:lnTo>
                    <a:pt x="3175" y="440"/>
                  </a:lnTo>
                  <a:lnTo>
                    <a:pt x="3297" y="562"/>
                  </a:lnTo>
                  <a:lnTo>
                    <a:pt x="3370" y="733"/>
                  </a:lnTo>
                  <a:lnTo>
                    <a:pt x="3419" y="904"/>
                  </a:lnTo>
                  <a:lnTo>
                    <a:pt x="3444" y="1075"/>
                  </a:lnTo>
                  <a:lnTo>
                    <a:pt x="3419" y="1246"/>
                  </a:lnTo>
                  <a:lnTo>
                    <a:pt x="3370" y="1417"/>
                  </a:lnTo>
                  <a:lnTo>
                    <a:pt x="3297" y="1588"/>
                  </a:lnTo>
                  <a:lnTo>
                    <a:pt x="3175" y="1710"/>
                  </a:lnTo>
                  <a:lnTo>
                    <a:pt x="3053" y="1832"/>
                  </a:lnTo>
                  <a:lnTo>
                    <a:pt x="2882" y="1905"/>
                  </a:lnTo>
                  <a:lnTo>
                    <a:pt x="2711" y="1954"/>
                  </a:lnTo>
                  <a:lnTo>
                    <a:pt x="2540" y="1978"/>
                  </a:lnTo>
                  <a:lnTo>
                    <a:pt x="2369" y="1954"/>
                  </a:lnTo>
                  <a:lnTo>
                    <a:pt x="2198" y="1905"/>
                  </a:lnTo>
                  <a:lnTo>
                    <a:pt x="2027" y="1832"/>
                  </a:lnTo>
                  <a:lnTo>
                    <a:pt x="1905" y="1710"/>
                  </a:lnTo>
                  <a:lnTo>
                    <a:pt x="1783" y="1588"/>
                  </a:lnTo>
                  <a:lnTo>
                    <a:pt x="1710" y="1417"/>
                  </a:lnTo>
                  <a:lnTo>
                    <a:pt x="1661" y="1246"/>
                  </a:lnTo>
                  <a:lnTo>
                    <a:pt x="1636" y="1075"/>
                  </a:lnTo>
                  <a:lnTo>
                    <a:pt x="1661" y="904"/>
                  </a:lnTo>
                  <a:lnTo>
                    <a:pt x="1710" y="733"/>
                  </a:lnTo>
                  <a:lnTo>
                    <a:pt x="1783" y="562"/>
                  </a:lnTo>
                  <a:lnTo>
                    <a:pt x="1905" y="440"/>
                  </a:lnTo>
                  <a:lnTo>
                    <a:pt x="2027" y="318"/>
                  </a:lnTo>
                  <a:lnTo>
                    <a:pt x="2198" y="244"/>
                  </a:lnTo>
                  <a:lnTo>
                    <a:pt x="2369" y="195"/>
                  </a:lnTo>
                  <a:lnTo>
                    <a:pt x="2540" y="171"/>
                  </a:lnTo>
                  <a:close/>
                  <a:moveTo>
                    <a:pt x="5862" y="171"/>
                  </a:moveTo>
                  <a:lnTo>
                    <a:pt x="6033" y="195"/>
                  </a:lnTo>
                  <a:lnTo>
                    <a:pt x="6204" y="244"/>
                  </a:lnTo>
                  <a:lnTo>
                    <a:pt x="6374" y="318"/>
                  </a:lnTo>
                  <a:lnTo>
                    <a:pt x="6497" y="440"/>
                  </a:lnTo>
                  <a:lnTo>
                    <a:pt x="6619" y="562"/>
                  </a:lnTo>
                  <a:lnTo>
                    <a:pt x="6692" y="733"/>
                  </a:lnTo>
                  <a:lnTo>
                    <a:pt x="6741" y="904"/>
                  </a:lnTo>
                  <a:lnTo>
                    <a:pt x="6765" y="1075"/>
                  </a:lnTo>
                  <a:lnTo>
                    <a:pt x="6741" y="1246"/>
                  </a:lnTo>
                  <a:lnTo>
                    <a:pt x="6692" y="1417"/>
                  </a:lnTo>
                  <a:lnTo>
                    <a:pt x="6619" y="1588"/>
                  </a:lnTo>
                  <a:lnTo>
                    <a:pt x="6497" y="1710"/>
                  </a:lnTo>
                  <a:lnTo>
                    <a:pt x="6374" y="1832"/>
                  </a:lnTo>
                  <a:lnTo>
                    <a:pt x="6204" y="1905"/>
                  </a:lnTo>
                  <a:lnTo>
                    <a:pt x="6033" y="1954"/>
                  </a:lnTo>
                  <a:lnTo>
                    <a:pt x="5862" y="1978"/>
                  </a:lnTo>
                  <a:lnTo>
                    <a:pt x="5691" y="1954"/>
                  </a:lnTo>
                  <a:lnTo>
                    <a:pt x="5520" y="1905"/>
                  </a:lnTo>
                  <a:lnTo>
                    <a:pt x="5349" y="1832"/>
                  </a:lnTo>
                  <a:lnTo>
                    <a:pt x="5227" y="1710"/>
                  </a:lnTo>
                  <a:lnTo>
                    <a:pt x="5104" y="1588"/>
                  </a:lnTo>
                  <a:lnTo>
                    <a:pt x="5031" y="1417"/>
                  </a:lnTo>
                  <a:lnTo>
                    <a:pt x="4982" y="1246"/>
                  </a:lnTo>
                  <a:lnTo>
                    <a:pt x="4958" y="1075"/>
                  </a:lnTo>
                  <a:lnTo>
                    <a:pt x="4982" y="904"/>
                  </a:lnTo>
                  <a:lnTo>
                    <a:pt x="5031" y="733"/>
                  </a:lnTo>
                  <a:lnTo>
                    <a:pt x="5104" y="562"/>
                  </a:lnTo>
                  <a:lnTo>
                    <a:pt x="5227" y="440"/>
                  </a:lnTo>
                  <a:lnTo>
                    <a:pt x="5349" y="318"/>
                  </a:lnTo>
                  <a:lnTo>
                    <a:pt x="5520" y="244"/>
                  </a:lnTo>
                  <a:lnTo>
                    <a:pt x="5691" y="195"/>
                  </a:lnTo>
                  <a:lnTo>
                    <a:pt x="5862" y="171"/>
                  </a:lnTo>
                  <a:close/>
                  <a:moveTo>
                    <a:pt x="9183" y="171"/>
                  </a:moveTo>
                  <a:lnTo>
                    <a:pt x="9354" y="195"/>
                  </a:lnTo>
                  <a:lnTo>
                    <a:pt x="9525" y="244"/>
                  </a:lnTo>
                  <a:lnTo>
                    <a:pt x="9696" y="318"/>
                  </a:lnTo>
                  <a:lnTo>
                    <a:pt x="9818" y="440"/>
                  </a:lnTo>
                  <a:lnTo>
                    <a:pt x="9940" y="562"/>
                  </a:lnTo>
                  <a:lnTo>
                    <a:pt x="10014" y="733"/>
                  </a:lnTo>
                  <a:lnTo>
                    <a:pt x="10062" y="904"/>
                  </a:lnTo>
                  <a:lnTo>
                    <a:pt x="10087" y="1075"/>
                  </a:lnTo>
                  <a:lnTo>
                    <a:pt x="10062" y="1246"/>
                  </a:lnTo>
                  <a:lnTo>
                    <a:pt x="10014" y="1417"/>
                  </a:lnTo>
                  <a:lnTo>
                    <a:pt x="9940" y="1588"/>
                  </a:lnTo>
                  <a:lnTo>
                    <a:pt x="9818" y="1710"/>
                  </a:lnTo>
                  <a:lnTo>
                    <a:pt x="9696" y="1832"/>
                  </a:lnTo>
                  <a:lnTo>
                    <a:pt x="9525" y="1905"/>
                  </a:lnTo>
                  <a:lnTo>
                    <a:pt x="9354" y="1954"/>
                  </a:lnTo>
                  <a:lnTo>
                    <a:pt x="9183" y="1978"/>
                  </a:lnTo>
                  <a:lnTo>
                    <a:pt x="9012" y="1954"/>
                  </a:lnTo>
                  <a:lnTo>
                    <a:pt x="8841" y="1905"/>
                  </a:lnTo>
                  <a:lnTo>
                    <a:pt x="8670" y="1832"/>
                  </a:lnTo>
                  <a:lnTo>
                    <a:pt x="8548" y="1710"/>
                  </a:lnTo>
                  <a:lnTo>
                    <a:pt x="8426" y="1588"/>
                  </a:lnTo>
                  <a:lnTo>
                    <a:pt x="8353" y="1417"/>
                  </a:lnTo>
                  <a:lnTo>
                    <a:pt x="8304" y="1246"/>
                  </a:lnTo>
                  <a:lnTo>
                    <a:pt x="8279" y="1075"/>
                  </a:lnTo>
                  <a:lnTo>
                    <a:pt x="8304" y="904"/>
                  </a:lnTo>
                  <a:lnTo>
                    <a:pt x="8353" y="733"/>
                  </a:lnTo>
                  <a:lnTo>
                    <a:pt x="8426" y="562"/>
                  </a:lnTo>
                  <a:lnTo>
                    <a:pt x="8548" y="440"/>
                  </a:lnTo>
                  <a:lnTo>
                    <a:pt x="8670" y="318"/>
                  </a:lnTo>
                  <a:lnTo>
                    <a:pt x="8841" y="244"/>
                  </a:lnTo>
                  <a:lnTo>
                    <a:pt x="9012" y="195"/>
                  </a:lnTo>
                  <a:lnTo>
                    <a:pt x="9183" y="171"/>
                  </a:lnTo>
                  <a:close/>
                  <a:moveTo>
                    <a:pt x="12505" y="171"/>
                  </a:moveTo>
                  <a:lnTo>
                    <a:pt x="12676" y="195"/>
                  </a:lnTo>
                  <a:lnTo>
                    <a:pt x="12847" y="244"/>
                  </a:lnTo>
                  <a:lnTo>
                    <a:pt x="13018" y="318"/>
                  </a:lnTo>
                  <a:lnTo>
                    <a:pt x="13140" y="440"/>
                  </a:lnTo>
                  <a:lnTo>
                    <a:pt x="13262" y="562"/>
                  </a:lnTo>
                  <a:lnTo>
                    <a:pt x="13335" y="733"/>
                  </a:lnTo>
                  <a:lnTo>
                    <a:pt x="13384" y="904"/>
                  </a:lnTo>
                  <a:lnTo>
                    <a:pt x="13408" y="1075"/>
                  </a:lnTo>
                  <a:lnTo>
                    <a:pt x="13384" y="1246"/>
                  </a:lnTo>
                  <a:lnTo>
                    <a:pt x="13335" y="1417"/>
                  </a:lnTo>
                  <a:lnTo>
                    <a:pt x="13262" y="1588"/>
                  </a:lnTo>
                  <a:lnTo>
                    <a:pt x="13140" y="1710"/>
                  </a:lnTo>
                  <a:lnTo>
                    <a:pt x="13018" y="1832"/>
                  </a:lnTo>
                  <a:lnTo>
                    <a:pt x="12847" y="1905"/>
                  </a:lnTo>
                  <a:lnTo>
                    <a:pt x="12676" y="1954"/>
                  </a:lnTo>
                  <a:lnTo>
                    <a:pt x="12505" y="1978"/>
                  </a:lnTo>
                  <a:lnTo>
                    <a:pt x="12334" y="1954"/>
                  </a:lnTo>
                  <a:lnTo>
                    <a:pt x="12163" y="1905"/>
                  </a:lnTo>
                  <a:lnTo>
                    <a:pt x="11992" y="1832"/>
                  </a:lnTo>
                  <a:lnTo>
                    <a:pt x="11870" y="1710"/>
                  </a:lnTo>
                  <a:lnTo>
                    <a:pt x="11748" y="1588"/>
                  </a:lnTo>
                  <a:lnTo>
                    <a:pt x="11674" y="1417"/>
                  </a:lnTo>
                  <a:lnTo>
                    <a:pt x="11625" y="1246"/>
                  </a:lnTo>
                  <a:lnTo>
                    <a:pt x="11601" y="1075"/>
                  </a:lnTo>
                  <a:lnTo>
                    <a:pt x="11625" y="904"/>
                  </a:lnTo>
                  <a:lnTo>
                    <a:pt x="11674" y="733"/>
                  </a:lnTo>
                  <a:lnTo>
                    <a:pt x="11748" y="562"/>
                  </a:lnTo>
                  <a:lnTo>
                    <a:pt x="11870" y="440"/>
                  </a:lnTo>
                  <a:lnTo>
                    <a:pt x="11992" y="318"/>
                  </a:lnTo>
                  <a:lnTo>
                    <a:pt x="12163" y="244"/>
                  </a:lnTo>
                  <a:lnTo>
                    <a:pt x="12334" y="195"/>
                  </a:lnTo>
                  <a:lnTo>
                    <a:pt x="12505" y="171"/>
                  </a:lnTo>
                  <a:close/>
                  <a:moveTo>
                    <a:pt x="13091" y="5520"/>
                  </a:moveTo>
                  <a:lnTo>
                    <a:pt x="13189" y="5544"/>
                  </a:lnTo>
                  <a:lnTo>
                    <a:pt x="13262" y="5593"/>
                  </a:lnTo>
                  <a:lnTo>
                    <a:pt x="13311" y="5666"/>
                  </a:lnTo>
                  <a:lnTo>
                    <a:pt x="13335" y="5764"/>
                  </a:lnTo>
                  <a:lnTo>
                    <a:pt x="13311" y="5862"/>
                  </a:lnTo>
                  <a:lnTo>
                    <a:pt x="13262" y="5935"/>
                  </a:lnTo>
                  <a:lnTo>
                    <a:pt x="13189" y="5984"/>
                  </a:lnTo>
                  <a:lnTo>
                    <a:pt x="13091" y="6008"/>
                  </a:lnTo>
                  <a:lnTo>
                    <a:pt x="1954" y="6008"/>
                  </a:lnTo>
                  <a:lnTo>
                    <a:pt x="1856" y="5984"/>
                  </a:lnTo>
                  <a:lnTo>
                    <a:pt x="1783" y="5935"/>
                  </a:lnTo>
                  <a:lnTo>
                    <a:pt x="1734" y="5862"/>
                  </a:lnTo>
                  <a:lnTo>
                    <a:pt x="1710" y="5764"/>
                  </a:lnTo>
                  <a:lnTo>
                    <a:pt x="1734" y="5666"/>
                  </a:lnTo>
                  <a:lnTo>
                    <a:pt x="1783" y="5593"/>
                  </a:lnTo>
                  <a:lnTo>
                    <a:pt x="1856" y="5544"/>
                  </a:lnTo>
                  <a:lnTo>
                    <a:pt x="1954" y="5520"/>
                  </a:lnTo>
                  <a:close/>
                  <a:moveTo>
                    <a:pt x="13189" y="7840"/>
                  </a:moveTo>
                  <a:lnTo>
                    <a:pt x="13262" y="7913"/>
                  </a:lnTo>
                  <a:lnTo>
                    <a:pt x="13311" y="7986"/>
                  </a:lnTo>
                  <a:lnTo>
                    <a:pt x="13335" y="8084"/>
                  </a:lnTo>
                  <a:lnTo>
                    <a:pt x="13311" y="8182"/>
                  </a:lnTo>
                  <a:lnTo>
                    <a:pt x="13262" y="8255"/>
                  </a:lnTo>
                  <a:lnTo>
                    <a:pt x="13189" y="8304"/>
                  </a:lnTo>
                  <a:lnTo>
                    <a:pt x="13091" y="8328"/>
                  </a:lnTo>
                  <a:lnTo>
                    <a:pt x="1954" y="8328"/>
                  </a:lnTo>
                  <a:lnTo>
                    <a:pt x="1856" y="8304"/>
                  </a:lnTo>
                  <a:lnTo>
                    <a:pt x="1783" y="8255"/>
                  </a:lnTo>
                  <a:lnTo>
                    <a:pt x="1734" y="8182"/>
                  </a:lnTo>
                  <a:lnTo>
                    <a:pt x="1710" y="8084"/>
                  </a:lnTo>
                  <a:lnTo>
                    <a:pt x="1734" y="7986"/>
                  </a:lnTo>
                  <a:lnTo>
                    <a:pt x="1783" y="7913"/>
                  </a:lnTo>
                  <a:lnTo>
                    <a:pt x="1856" y="7840"/>
                  </a:lnTo>
                  <a:close/>
                  <a:moveTo>
                    <a:pt x="13091" y="10136"/>
                  </a:moveTo>
                  <a:lnTo>
                    <a:pt x="13189" y="10160"/>
                  </a:lnTo>
                  <a:lnTo>
                    <a:pt x="13262" y="10209"/>
                  </a:lnTo>
                  <a:lnTo>
                    <a:pt x="13311" y="10282"/>
                  </a:lnTo>
                  <a:lnTo>
                    <a:pt x="13335" y="10380"/>
                  </a:lnTo>
                  <a:lnTo>
                    <a:pt x="13311" y="10478"/>
                  </a:lnTo>
                  <a:lnTo>
                    <a:pt x="13262" y="10551"/>
                  </a:lnTo>
                  <a:lnTo>
                    <a:pt x="13189" y="10600"/>
                  </a:lnTo>
                  <a:lnTo>
                    <a:pt x="13091" y="10624"/>
                  </a:lnTo>
                  <a:lnTo>
                    <a:pt x="1954" y="10624"/>
                  </a:lnTo>
                  <a:lnTo>
                    <a:pt x="1856" y="10600"/>
                  </a:lnTo>
                  <a:lnTo>
                    <a:pt x="1783" y="10551"/>
                  </a:lnTo>
                  <a:lnTo>
                    <a:pt x="1734" y="10478"/>
                  </a:lnTo>
                  <a:lnTo>
                    <a:pt x="1710" y="10380"/>
                  </a:lnTo>
                  <a:lnTo>
                    <a:pt x="1734" y="10282"/>
                  </a:lnTo>
                  <a:lnTo>
                    <a:pt x="1783" y="10209"/>
                  </a:lnTo>
                  <a:lnTo>
                    <a:pt x="1856" y="10160"/>
                  </a:lnTo>
                  <a:lnTo>
                    <a:pt x="1954" y="10136"/>
                  </a:lnTo>
                  <a:close/>
                  <a:moveTo>
                    <a:pt x="8206" y="12456"/>
                  </a:moveTo>
                  <a:lnTo>
                    <a:pt x="8304" y="12480"/>
                  </a:lnTo>
                  <a:lnTo>
                    <a:pt x="8377" y="12529"/>
                  </a:lnTo>
                  <a:lnTo>
                    <a:pt x="8426" y="12602"/>
                  </a:lnTo>
                  <a:lnTo>
                    <a:pt x="8450" y="12700"/>
                  </a:lnTo>
                  <a:lnTo>
                    <a:pt x="8426" y="12798"/>
                  </a:lnTo>
                  <a:lnTo>
                    <a:pt x="8377" y="12871"/>
                  </a:lnTo>
                  <a:lnTo>
                    <a:pt x="8304" y="12920"/>
                  </a:lnTo>
                  <a:lnTo>
                    <a:pt x="8206" y="12944"/>
                  </a:lnTo>
                  <a:lnTo>
                    <a:pt x="1954" y="12944"/>
                  </a:lnTo>
                  <a:lnTo>
                    <a:pt x="1856" y="12920"/>
                  </a:lnTo>
                  <a:lnTo>
                    <a:pt x="1783" y="12871"/>
                  </a:lnTo>
                  <a:lnTo>
                    <a:pt x="1734" y="12798"/>
                  </a:lnTo>
                  <a:lnTo>
                    <a:pt x="1710" y="12700"/>
                  </a:lnTo>
                  <a:lnTo>
                    <a:pt x="1734" y="12602"/>
                  </a:lnTo>
                  <a:lnTo>
                    <a:pt x="1783" y="12529"/>
                  </a:lnTo>
                  <a:lnTo>
                    <a:pt x="1856" y="12480"/>
                  </a:lnTo>
                  <a:lnTo>
                    <a:pt x="1954" y="12456"/>
                  </a:lnTo>
                  <a:close/>
                  <a:moveTo>
                    <a:pt x="782" y="0"/>
                  </a:moveTo>
                  <a:lnTo>
                    <a:pt x="635" y="25"/>
                  </a:lnTo>
                  <a:lnTo>
                    <a:pt x="489" y="73"/>
                  </a:lnTo>
                  <a:lnTo>
                    <a:pt x="342" y="122"/>
                  </a:lnTo>
                  <a:lnTo>
                    <a:pt x="220" y="220"/>
                  </a:lnTo>
                  <a:lnTo>
                    <a:pt x="122" y="342"/>
                  </a:lnTo>
                  <a:lnTo>
                    <a:pt x="73" y="489"/>
                  </a:lnTo>
                  <a:lnTo>
                    <a:pt x="24" y="635"/>
                  </a:lnTo>
                  <a:lnTo>
                    <a:pt x="0" y="782"/>
                  </a:lnTo>
                  <a:lnTo>
                    <a:pt x="0" y="17780"/>
                  </a:lnTo>
                  <a:lnTo>
                    <a:pt x="24" y="17927"/>
                  </a:lnTo>
                  <a:lnTo>
                    <a:pt x="73" y="18073"/>
                  </a:lnTo>
                  <a:lnTo>
                    <a:pt x="122" y="18220"/>
                  </a:lnTo>
                  <a:lnTo>
                    <a:pt x="220" y="18342"/>
                  </a:lnTo>
                  <a:lnTo>
                    <a:pt x="342" y="18440"/>
                  </a:lnTo>
                  <a:lnTo>
                    <a:pt x="489" y="18488"/>
                  </a:lnTo>
                  <a:lnTo>
                    <a:pt x="635" y="18537"/>
                  </a:lnTo>
                  <a:lnTo>
                    <a:pt x="782" y="18562"/>
                  </a:lnTo>
                  <a:lnTo>
                    <a:pt x="14361" y="18562"/>
                  </a:lnTo>
                  <a:lnTo>
                    <a:pt x="14507" y="18537"/>
                  </a:lnTo>
                  <a:lnTo>
                    <a:pt x="14654" y="18488"/>
                  </a:lnTo>
                  <a:lnTo>
                    <a:pt x="14800" y="18440"/>
                  </a:lnTo>
                  <a:lnTo>
                    <a:pt x="14923" y="18342"/>
                  </a:lnTo>
                  <a:lnTo>
                    <a:pt x="15020" y="18220"/>
                  </a:lnTo>
                  <a:lnTo>
                    <a:pt x="15069" y="18073"/>
                  </a:lnTo>
                  <a:lnTo>
                    <a:pt x="15118" y="17927"/>
                  </a:lnTo>
                  <a:lnTo>
                    <a:pt x="15142" y="17780"/>
                  </a:lnTo>
                  <a:lnTo>
                    <a:pt x="15142" y="782"/>
                  </a:lnTo>
                  <a:lnTo>
                    <a:pt x="15118" y="635"/>
                  </a:lnTo>
                  <a:lnTo>
                    <a:pt x="15069" y="489"/>
                  </a:lnTo>
                  <a:lnTo>
                    <a:pt x="15020" y="342"/>
                  </a:lnTo>
                  <a:lnTo>
                    <a:pt x="14923" y="220"/>
                  </a:lnTo>
                  <a:lnTo>
                    <a:pt x="14800" y="122"/>
                  </a:lnTo>
                  <a:lnTo>
                    <a:pt x="14654" y="73"/>
                  </a:lnTo>
                  <a:lnTo>
                    <a:pt x="14507" y="25"/>
                  </a:lnTo>
                  <a:lnTo>
                    <a:pt x="14361" y="0"/>
                  </a:lnTo>
                  <a:close/>
                </a:path>
              </a:pathLst>
            </a:custGeom>
            <a:grpFill/>
            <a:ln>
              <a:noFill/>
            </a:ln>
          </p:spPr>
          <p:txBody>
            <a:bodyPr spcFirstLastPara="1" wrap="square" lIns="68569" tIns="68569" rIns="68569" bIns="68569" anchor="ctr" anchorCtr="0">
              <a:noAutofit/>
            </a:bodyPr>
            <a:lstStyle/>
            <a:p>
              <a:endParaRPr sz="1050"/>
            </a:p>
          </p:txBody>
        </p:sp>
      </p:grpSp>
      <p:sp>
        <p:nvSpPr>
          <p:cNvPr id="19" name="Rectangle 18">
            <a:extLst>
              <a:ext uri="{FF2B5EF4-FFF2-40B4-BE49-F238E27FC236}">
                <a16:creationId xmlns:a16="http://schemas.microsoft.com/office/drawing/2014/main" id="{8B0040EA-2D7E-EFD9-AE60-63333BA30502}"/>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pic>
        <p:nvPicPr>
          <p:cNvPr id="23" name="Graphic 22">
            <a:extLst>
              <a:ext uri="{FF2B5EF4-FFF2-40B4-BE49-F238E27FC236}">
                <a16:creationId xmlns:a16="http://schemas.microsoft.com/office/drawing/2014/main" id="{FEA4559D-268A-A32D-00E5-D1BA60E2C78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599413">
            <a:off x="7017608" y="538133"/>
            <a:ext cx="1034305" cy="745144"/>
          </a:xfrm>
          <a:prstGeom prst="rect">
            <a:avLst/>
          </a:prstGeom>
        </p:spPr>
      </p:pic>
      <p:sp>
        <p:nvSpPr>
          <p:cNvPr id="5" name="Rectangle 4">
            <a:extLst>
              <a:ext uri="{FF2B5EF4-FFF2-40B4-BE49-F238E27FC236}">
                <a16:creationId xmlns:a16="http://schemas.microsoft.com/office/drawing/2014/main" id="{66F92010-0B0D-0FC5-D2A8-378F6F87A914}"/>
              </a:ext>
            </a:extLst>
          </p:cNvPr>
          <p:cNvSpPr/>
          <p:nvPr/>
        </p:nvSpPr>
        <p:spPr>
          <a:xfrm>
            <a:off x="-9285" y="1"/>
            <a:ext cx="2001587"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2" name="TextBox 1">
            <a:extLst>
              <a:ext uri="{FF2B5EF4-FFF2-40B4-BE49-F238E27FC236}">
                <a16:creationId xmlns:a16="http://schemas.microsoft.com/office/drawing/2014/main" id="{91E65EDA-9443-F8F7-F942-B495D71D58A3}"/>
              </a:ext>
            </a:extLst>
          </p:cNvPr>
          <p:cNvSpPr txBox="1"/>
          <p:nvPr/>
        </p:nvSpPr>
        <p:spPr>
          <a:xfrm>
            <a:off x="2584706" y="2571749"/>
            <a:ext cx="5395473" cy="600164"/>
          </a:xfrm>
          <a:prstGeom prst="rect">
            <a:avLst/>
          </a:prstGeom>
          <a:noFill/>
        </p:spPr>
        <p:txBody>
          <a:bodyPr wrap="square" rtlCol="0">
            <a:spAutoFit/>
          </a:bodyPr>
          <a:lstStyle/>
          <a:p>
            <a:pPr algn="ctr"/>
            <a:r>
              <a:rPr lang="pt-BR" sz="3300" b="1" dirty="0">
                <a:solidFill>
                  <a:schemeClr val="tx1">
                    <a:lumMod val="75000"/>
                    <a:lumOff val="25000"/>
                  </a:schemeClr>
                </a:solidFill>
                <a:latin typeface="Arial" panose="020B0604020202020204" pitchFamily="34" charset="0"/>
                <a:cs typeface="Arial" panose="020B0604020202020204" pitchFamily="34" charset="0"/>
              </a:rPr>
              <a:t>Diagrama de Caso de Uso</a:t>
            </a:r>
          </a:p>
        </p:txBody>
      </p:sp>
      <p:sp>
        <p:nvSpPr>
          <p:cNvPr id="3" name="TextBox 2">
            <a:extLst>
              <a:ext uri="{FF2B5EF4-FFF2-40B4-BE49-F238E27FC236}">
                <a16:creationId xmlns:a16="http://schemas.microsoft.com/office/drawing/2014/main" id="{707BC0AB-B95B-05A4-9E6A-2F5AF09A012B}"/>
              </a:ext>
            </a:extLst>
          </p:cNvPr>
          <p:cNvSpPr txBox="1"/>
          <p:nvPr/>
        </p:nvSpPr>
        <p:spPr>
          <a:xfrm>
            <a:off x="3004461" y="3227609"/>
            <a:ext cx="4461236" cy="415498"/>
          </a:xfrm>
          <a:prstGeom prst="rect">
            <a:avLst/>
          </a:prstGeom>
          <a:noFill/>
        </p:spPr>
        <p:txBody>
          <a:bodyPr wrap="square" rtlCol="0">
            <a:spAutoFit/>
          </a:bodyPr>
          <a:lstStyle/>
          <a:p>
            <a:pPr algn="ctr"/>
            <a:r>
              <a:rPr lang="pt-BR" sz="2100" b="1" dirty="0">
                <a:solidFill>
                  <a:srgbClr val="8989FF"/>
                </a:solidFill>
                <a:latin typeface="Arial" panose="020B0604020202020204" pitchFamily="34" charset="0"/>
                <a:cs typeface="Arial" panose="020B0604020202020204" pitchFamily="34" charset="0"/>
              </a:rPr>
              <a:t>Papel dos Atores no Sistema</a:t>
            </a:r>
          </a:p>
        </p:txBody>
      </p:sp>
    </p:spTree>
    <p:extLst>
      <p:ext uri="{BB962C8B-B14F-4D97-AF65-F5344CB8AC3E}">
        <p14:creationId xmlns:p14="http://schemas.microsoft.com/office/powerpoint/2010/main" val="947165172"/>
      </p:ext>
    </p:extLst>
  </p:cSld>
  <p:clrMapOvr>
    <a:masterClrMapping/>
  </p:clrMapOvr>
  <p:transition>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DE6AC-B3DA-61A4-CA40-E203F2DFD91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0B8D23F-3E8F-96C0-19D2-9B49990AAFA1}"/>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4" name="Rectangle 3">
            <a:extLst>
              <a:ext uri="{FF2B5EF4-FFF2-40B4-BE49-F238E27FC236}">
                <a16:creationId xmlns:a16="http://schemas.microsoft.com/office/drawing/2014/main" id="{D0CF1A27-A749-9EF5-60D1-1C0712E124A6}"/>
              </a:ext>
            </a:extLst>
          </p:cNvPr>
          <p:cNvSpPr/>
          <p:nvPr/>
        </p:nvSpPr>
        <p:spPr>
          <a:xfrm>
            <a:off x="-9285" y="1"/>
            <a:ext cx="256739"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Google Shape;3850;p15">
            <a:extLst>
              <a:ext uri="{FF2B5EF4-FFF2-40B4-BE49-F238E27FC236}">
                <a16:creationId xmlns:a16="http://schemas.microsoft.com/office/drawing/2014/main" id="{6EE2D95C-59BB-7B1A-4EA6-D57D336AFFB2}"/>
              </a:ext>
            </a:extLst>
          </p:cNvPr>
          <p:cNvSpPr txBox="1">
            <a:spLocks/>
          </p:cNvSpPr>
          <p:nvPr/>
        </p:nvSpPr>
        <p:spPr>
          <a:xfrm>
            <a:off x="715812" y="536215"/>
            <a:ext cx="3695932" cy="38609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1pPr>
            <a:lvl2pPr marR="0" lvl="1"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2pPr>
            <a:lvl3pPr marR="0" lvl="2"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3pPr>
            <a:lvl4pPr marR="0" lvl="3"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4pPr>
            <a:lvl5pPr marR="0" lvl="4"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5pPr>
            <a:lvl6pPr marR="0" lvl="5"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6pPr>
            <a:lvl7pPr marR="0" lvl="6"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7pPr>
            <a:lvl8pPr marR="0" lvl="7"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8pPr>
            <a:lvl9pPr marR="0" lvl="8"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9pPr>
          </a:lstStyle>
          <a:p>
            <a:r>
              <a:rPr lang="pt-BR" sz="2100" b="1" dirty="0">
                <a:solidFill>
                  <a:srgbClr val="5353FF"/>
                </a:solidFill>
                <a:latin typeface="Arial" panose="020B0604020202020204" pitchFamily="34" charset="0"/>
                <a:cs typeface="Arial" panose="020B0604020202020204" pitchFamily="34" charset="0"/>
              </a:rPr>
              <a:t>Diagrama de Caso de Uso</a:t>
            </a:r>
          </a:p>
        </p:txBody>
      </p:sp>
      <p:pic>
        <p:nvPicPr>
          <p:cNvPr id="7" name="Graphic 6">
            <a:extLst>
              <a:ext uri="{FF2B5EF4-FFF2-40B4-BE49-F238E27FC236}">
                <a16:creationId xmlns:a16="http://schemas.microsoft.com/office/drawing/2014/main" id="{243E4C7F-EDEA-E436-6697-DF17E5AD03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1706" y="317206"/>
            <a:ext cx="579007" cy="707675"/>
          </a:xfrm>
          <a:prstGeom prst="rect">
            <a:avLst/>
          </a:prstGeom>
        </p:spPr>
      </p:pic>
      <p:sp>
        <p:nvSpPr>
          <p:cNvPr id="11" name="TextBox 10">
            <a:extLst>
              <a:ext uri="{FF2B5EF4-FFF2-40B4-BE49-F238E27FC236}">
                <a16:creationId xmlns:a16="http://schemas.microsoft.com/office/drawing/2014/main" id="{C89833B1-4891-8D46-8A79-3D6D172F0FCC}"/>
              </a:ext>
            </a:extLst>
          </p:cNvPr>
          <p:cNvSpPr txBox="1"/>
          <p:nvPr/>
        </p:nvSpPr>
        <p:spPr>
          <a:xfrm>
            <a:off x="774858" y="1343445"/>
            <a:ext cx="7179010" cy="3354765"/>
          </a:xfrm>
          <a:prstGeom prst="rect">
            <a:avLst/>
          </a:prstGeom>
          <a:noFill/>
        </p:spPr>
        <p:txBody>
          <a:bodyPr wrap="square">
            <a:spAutoFit/>
          </a:bodyPr>
          <a:lstStyle/>
          <a:p>
            <a:pPr algn="just"/>
            <a:r>
              <a:rPr lang="pt-BR" sz="2100" dirty="0">
                <a:solidFill>
                  <a:schemeClr val="tx1">
                    <a:lumMod val="75000"/>
                    <a:lumOff val="25000"/>
                  </a:schemeClr>
                </a:solidFill>
              </a:rPr>
              <a:t>Um diagrama de Caso de Uso UML, mostra por meio de uma linguagem simples (linguagem natural ou estruturada) as etapas e atores de um sistema.</a:t>
            </a:r>
          </a:p>
          <a:p>
            <a:pPr algn="just"/>
            <a:endParaRPr lang="pt-BR" sz="1600" dirty="0">
              <a:solidFill>
                <a:schemeClr val="tx1">
                  <a:lumMod val="75000"/>
                  <a:lumOff val="25000"/>
                </a:schemeClr>
              </a:solidFill>
            </a:endParaRPr>
          </a:p>
          <a:p>
            <a:pPr algn="just"/>
            <a:r>
              <a:rPr lang="pt-BR" sz="2100" dirty="0">
                <a:solidFill>
                  <a:schemeClr val="tx1">
                    <a:lumMod val="75000"/>
                    <a:lumOff val="25000"/>
                  </a:schemeClr>
                </a:solidFill>
              </a:rPr>
              <a:t>Elementos que podem ser documentados: </a:t>
            </a:r>
          </a:p>
          <a:p>
            <a:pPr algn="just"/>
            <a:endParaRPr lang="pt-BR" sz="1600" dirty="0">
              <a:solidFill>
                <a:schemeClr val="tx1">
                  <a:lumMod val="75000"/>
                  <a:lumOff val="25000"/>
                </a:schemeClr>
              </a:solidFill>
            </a:endParaRPr>
          </a:p>
          <a:p>
            <a:pPr algn="just"/>
            <a:r>
              <a:rPr lang="pt-BR" sz="2100" dirty="0">
                <a:solidFill>
                  <a:schemeClr val="tx1">
                    <a:lumMod val="75000"/>
                    <a:lumOff val="25000"/>
                  </a:schemeClr>
                </a:solidFill>
              </a:rPr>
              <a:t>     Quais atores interagem com o caso de uso.</a:t>
            </a:r>
          </a:p>
          <a:p>
            <a:pPr algn="just"/>
            <a:endParaRPr lang="pt-BR" sz="400" dirty="0">
              <a:solidFill>
                <a:schemeClr val="tx1">
                  <a:lumMod val="75000"/>
                  <a:lumOff val="25000"/>
                </a:schemeClr>
              </a:solidFill>
            </a:endParaRPr>
          </a:p>
          <a:p>
            <a:pPr algn="just"/>
            <a:r>
              <a:rPr lang="pt-BR" sz="2100" dirty="0">
                <a:solidFill>
                  <a:schemeClr val="tx1">
                    <a:lumMod val="75000"/>
                    <a:lumOff val="25000"/>
                  </a:schemeClr>
                </a:solidFill>
              </a:rPr>
              <a:t>     Quais etapas devem ser executadas.</a:t>
            </a:r>
          </a:p>
          <a:p>
            <a:pPr algn="just"/>
            <a:endParaRPr lang="pt-BR" sz="400" dirty="0">
              <a:solidFill>
                <a:schemeClr val="tx1">
                  <a:lumMod val="75000"/>
                  <a:lumOff val="25000"/>
                </a:schemeClr>
              </a:solidFill>
            </a:endParaRPr>
          </a:p>
          <a:p>
            <a:pPr algn="just"/>
            <a:r>
              <a:rPr lang="pt-BR" sz="2100" dirty="0">
                <a:solidFill>
                  <a:schemeClr val="tx1">
                    <a:lumMod val="75000"/>
                    <a:lumOff val="25000"/>
                  </a:schemeClr>
                </a:solidFill>
              </a:rPr>
              <a:t>     Quais parâmetros devem ser fornecidos.</a:t>
            </a:r>
          </a:p>
          <a:p>
            <a:pPr algn="just"/>
            <a:endParaRPr lang="pt-BR" sz="400" dirty="0">
              <a:solidFill>
                <a:schemeClr val="tx1">
                  <a:lumMod val="75000"/>
                  <a:lumOff val="25000"/>
                </a:schemeClr>
              </a:solidFill>
            </a:endParaRPr>
          </a:p>
          <a:p>
            <a:pPr algn="just"/>
            <a:r>
              <a:rPr lang="pt-BR" sz="2100" dirty="0">
                <a:solidFill>
                  <a:schemeClr val="tx1">
                    <a:lumMod val="75000"/>
                    <a:lumOff val="25000"/>
                  </a:schemeClr>
                </a:solidFill>
              </a:rPr>
              <a:t>     Quais são as restrições e validações, etc.</a:t>
            </a:r>
          </a:p>
        </p:txBody>
      </p:sp>
      <p:sp>
        <p:nvSpPr>
          <p:cNvPr id="2" name="Rectangle 1">
            <a:extLst>
              <a:ext uri="{FF2B5EF4-FFF2-40B4-BE49-F238E27FC236}">
                <a16:creationId xmlns:a16="http://schemas.microsoft.com/office/drawing/2014/main" id="{456F42A7-C161-3971-7484-A6F7F9978FA3}"/>
              </a:ext>
            </a:extLst>
          </p:cNvPr>
          <p:cNvSpPr/>
          <p:nvPr/>
        </p:nvSpPr>
        <p:spPr>
          <a:xfrm rot="5400000">
            <a:off x="965374" y="3638021"/>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8" name="Rectangle 7">
            <a:extLst>
              <a:ext uri="{FF2B5EF4-FFF2-40B4-BE49-F238E27FC236}">
                <a16:creationId xmlns:a16="http://schemas.microsoft.com/office/drawing/2014/main" id="{57037898-FC5C-FB5B-58D2-C98EDC69E061}"/>
              </a:ext>
            </a:extLst>
          </p:cNvPr>
          <p:cNvSpPr/>
          <p:nvPr/>
        </p:nvSpPr>
        <p:spPr>
          <a:xfrm rot="5400000">
            <a:off x="963886" y="4009303"/>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9" name="Rectangle 8">
            <a:extLst>
              <a:ext uri="{FF2B5EF4-FFF2-40B4-BE49-F238E27FC236}">
                <a16:creationId xmlns:a16="http://schemas.microsoft.com/office/drawing/2014/main" id="{F8C46F53-4477-86C3-7195-FE7A9F70B7C5}"/>
              </a:ext>
            </a:extLst>
          </p:cNvPr>
          <p:cNvSpPr/>
          <p:nvPr/>
        </p:nvSpPr>
        <p:spPr>
          <a:xfrm rot="5400000">
            <a:off x="963886" y="3252422"/>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10" name="Rectangle 9">
            <a:extLst>
              <a:ext uri="{FF2B5EF4-FFF2-40B4-BE49-F238E27FC236}">
                <a16:creationId xmlns:a16="http://schemas.microsoft.com/office/drawing/2014/main" id="{03736AEC-3670-F936-D240-235B96387C19}"/>
              </a:ext>
            </a:extLst>
          </p:cNvPr>
          <p:cNvSpPr/>
          <p:nvPr/>
        </p:nvSpPr>
        <p:spPr>
          <a:xfrm rot="5400000">
            <a:off x="965374" y="4395699"/>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Tree>
    <p:extLst>
      <p:ext uri="{BB962C8B-B14F-4D97-AF65-F5344CB8AC3E}">
        <p14:creationId xmlns:p14="http://schemas.microsoft.com/office/powerpoint/2010/main" val="3383548447"/>
      </p:ext>
    </p:extLst>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06177-429D-B44C-289C-9847F7B388D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E9C9A40-19B5-C152-D50E-362851F3CA6E}"/>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4" name="Rectangle 3">
            <a:extLst>
              <a:ext uri="{FF2B5EF4-FFF2-40B4-BE49-F238E27FC236}">
                <a16:creationId xmlns:a16="http://schemas.microsoft.com/office/drawing/2014/main" id="{EE7DCF2F-C950-15D7-1B15-828A435CB438}"/>
              </a:ext>
            </a:extLst>
          </p:cNvPr>
          <p:cNvSpPr/>
          <p:nvPr/>
        </p:nvSpPr>
        <p:spPr>
          <a:xfrm>
            <a:off x="-9285" y="1"/>
            <a:ext cx="256739"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Google Shape;3850;p15">
            <a:extLst>
              <a:ext uri="{FF2B5EF4-FFF2-40B4-BE49-F238E27FC236}">
                <a16:creationId xmlns:a16="http://schemas.microsoft.com/office/drawing/2014/main" id="{D2A1A357-5C59-463B-9FA7-4D84D1F97F72}"/>
              </a:ext>
            </a:extLst>
          </p:cNvPr>
          <p:cNvSpPr txBox="1">
            <a:spLocks/>
          </p:cNvSpPr>
          <p:nvPr/>
        </p:nvSpPr>
        <p:spPr>
          <a:xfrm>
            <a:off x="715812" y="536215"/>
            <a:ext cx="6229094" cy="38609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1pPr>
            <a:lvl2pPr marR="0" lvl="1"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2pPr>
            <a:lvl3pPr marR="0" lvl="2"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3pPr>
            <a:lvl4pPr marR="0" lvl="3"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4pPr>
            <a:lvl5pPr marR="0" lvl="4"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5pPr>
            <a:lvl6pPr marR="0" lvl="5"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6pPr>
            <a:lvl7pPr marR="0" lvl="6"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7pPr>
            <a:lvl8pPr marR="0" lvl="7"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8pPr>
            <a:lvl9pPr marR="0" lvl="8"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9pPr>
          </a:lstStyle>
          <a:p>
            <a:r>
              <a:rPr lang="pt-BR" sz="2100" b="1" dirty="0">
                <a:solidFill>
                  <a:srgbClr val="5353FF"/>
                </a:solidFill>
                <a:latin typeface="Arial" panose="020B0604020202020204" pitchFamily="34" charset="0"/>
                <a:cs typeface="Arial" panose="020B0604020202020204" pitchFamily="34" charset="0"/>
              </a:rPr>
              <a:t>Características - Diagrama de Caso de Uso</a:t>
            </a:r>
          </a:p>
        </p:txBody>
      </p:sp>
      <p:sp>
        <p:nvSpPr>
          <p:cNvPr id="11" name="TextBox 10">
            <a:extLst>
              <a:ext uri="{FF2B5EF4-FFF2-40B4-BE49-F238E27FC236}">
                <a16:creationId xmlns:a16="http://schemas.microsoft.com/office/drawing/2014/main" id="{71CD6C8E-8092-C8DE-1CDC-24CBB961AF5B}"/>
              </a:ext>
            </a:extLst>
          </p:cNvPr>
          <p:cNvSpPr txBox="1"/>
          <p:nvPr/>
        </p:nvSpPr>
        <p:spPr>
          <a:xfrm>
            <a:off x="1227336" y="1343445"/>
            <a:ext cx="7179010" cy="3416320"/>
          </a:xfrm>
          <a:prstGeom prst="rect">
            <a:avLst/>
          </a:prstGeom>
          <a:noFill/>
        </p:spPr>
        <p:txBody>
          <a:bodyPr wrap="square">
            <a:spAutoFit/>
          </a:bodyPr>
          <a:lstStyle/>
          <a:p>
            <a:pPr algn="just"/>
            <a:r>
              <a:rPr lang="pt-BR" sz="2100" dirty="0">
                <a:solidFill>
                  <a:srgbClr val="8989FF"/>
                </a:solidFill>
              </a:rPr>
              <a:t>Linguagem simples </a:t>
            </a:r>
            <a:r>
              <a:rPr lang="pt-BR" sz="2100" dirty="0">
                <a:solidFill>
                  <a:schemeClr val="tx1">
                    <a:lumMod val="75000"/>
                    <a:lumOff val="25000"/>
                  </a:schemeClr>
                </a:solidFill>
              </a:rPr>
              <a:t>e acessível ao cliente. </a:t>
            </a:r>
          </a:p>
          <a:p>
            <a:pPr algn="just"/>
            <a:endParaRPr lang="pt-BR" sz="800" dirty="0">
              <a:solidFill>
                <a:schemeClr val="tx1">
                  <a:lumMod val="75000"/>
                  <a:lumOff val="25000"/>
                </a:schemeClr>
              </a:solidFill>
            </a:endParaRPr>
          </a:p>
          <a:p>
            <a:pPr algn="just"/>
            <a:r>
              <a:rPr lang="pt-BR" sz="2100" dirty="0">
                <a:solidFill>
                  <a:schemeClr val="tx1">
                    <a:lumMod val="75000"/>
                    <a:lumOff val="25000"/>
                  </a:schemeClr>
                </a:solidFill>
              </a:rPr>
              <a:t>Compreender o </a:t>
            </a:r>
            <a:r>
              <a:rPr lang="pt-BR" sz="2100" dirty="0">
                <a:solidFill>
                  <a:srgbClr val="8989FF"/>
                </a:solidFill>
              </a:rPr>
              <a:t>comportamento</a:t>
            </a:r>
            <a:r>
              <a:rPr lang="pt-BR" sz="2100" dirty="0">
                <a:solidFill>
                  <a:schemeClr val="tx1">
                    <a:lumMod val="75000"/>
                    <a:lumOff val="25000"/>
                  </a:schemeClr>
                </a:solidFill>
              </a:rPr>
              <a:t> dos stakeholders.</a:t>
            </a:r>
          </a:p>
          <a:p>
            <a:pPr algn="just"/>
            <a:endParaRPr lang="pt-BR" sz="800" dirty="0">
              <a:solidFill>
                <a:schemeClr val="tx1">
                  <a:lumMod val="75000"/>
                  <a:lumOff val="25000"/>
                </a:schemeClr>
              </a:solidFill>
            </a:endParaRPr>
          </a:p>
          <a:p>
            <a:pPr algn="just"/>
            <a:r>
              <a:rPr lang="pt-BR" sz="2100" dirty="0">
                <a:solidFill>
                  <a:schemeClr val="tx1">
                    <a:lumMod val="75000"/>
                    <a:lumOff val="25000"/>
                  </a:schemeClr>
                </a:solidFill>
              </a:rPr>
              <a:t>Mostra o sistema a partir da </a:t>
            </a:r>
            <a:r>
              <a:rPr lang="pt-BR" sz="2100" dirty="0">
                <a:solidFill>
                  <a:srgbClr val="8989FF"/>
                </a:solidFill>
              </a:rPr>
              <a:t>perspectiva do usuário</a:t>
            </a:r>
            <a:r>
              <a:rPr lang="pt-BR" sz="2100" dirty="0">
                <a:solidFill>
                  <a:schemeClr val="tx1">
                    <a:lumMod val="75000"/>
                    <a:lumOff val="25000"/>
                  </a:schemeClr>
                </a:solidFill>
              </a:rPr>
              <a:t>.</a:t>
            </a:r>
          </a:p>
          <a:p>
            <a:pPr algn="just"/>
            <a:endParaRPr lang="pt-BR" sz="800" dirty="0">
              <a:solidFill>
                <a:schemeClr val="tx1">
                  <a:lumMod val="75000"/>
                  <a:lumOff val="25000"/>
                </a:schemeClr>
              </a:solidFill>
            </a:endParaRPr>
          </a:p>
          <a:p>
            <a:pPr algn="just"/>
            <a:r>
              <a:rPr lang="pt-BR" sz="2100" dirty="0">
                <a:solidFill>
                  <a:schemeClr val="tx1">
                    <a:lumMod val="75000"/>
                    <a:lumOff val="25000"/>
                  </a:schemeClr>
                </a:solidFill>
              </a:rPr>
              <a:t>Diagrama mais </a:t>
            </a:r>
            <a:r>
              <a:rPr lang="pt-BR" sz="2100" dirty="0">
                <a:solidFill>
                  <a:srgbClr val="8989FF"/>
                </a:solidFill>
              </a:rPr>
              <a:t>abstrato</a:t>
            </a:r>
            <a:r>
              <a:rPr lang="pt-BR" sz="2100" dirty="0">
                <a:solidFill>
                  <a:schemeClr val="tx1">
                    <a:lumMod val="75000"/>
                    <a:lumOff val="25000"/>
                  </a:schemeClr>
                </a:solidFill>
              </a:rPr>
              <a:t> da UML (flexível e informal).</a:t>
            </a:r>
          </a:p>
          <a:p>
            <a:pPr algn="just"/>
            <a:endParaRPr lang="pt-BR" sz="800" dirty="0">
              <a:solidFill>
                <a:schemeClr val="tx1">
                  <a:lumMod val="75000"/>
                  <a:lumOff val="25000"/>
                </a:schemeClr>
              </a:solidFill>
            </a:endParaRPr>
          </a:p>
          <a:p>
            <a:pPr algn="just"/>
            <a:r>
              <a:rPr lang="pt-BR" sz="2100" dirty="0">
                <a:solidFill>
                  <a:schemeClr val="tx1">
                    <a:lumMod val="75000"/>
                    <a:lumOff val="25000"/>
                  </a:schemeClr>
                </a:solidFill>
              </a:rPr>
              <a:t>Usado no </a:t>
            </a:r>
            <a:r>
              <a:rPr lang="pt-BR" sz="2100" dirty="0">
                <a:solidFill>
                  <a:srgbClr val="8989FF"/>
                </a:solidFill>
              </a:rPr>
              <a:t>início</a:t>
            </a:r>
            <a:r>
              <a:rPr lang="pt-BR" sz="2100" dirty="0">
                <a:solidFill>
                  <a:schemeClr val="tx1">
                    <a:lumMod val="75000"/>
                    <a:lumOff val="25000"/>
                  </a:schemeClr>
                </a:solidFill>
              </a:rPr>
              <a:t> da modelagem (etapa de requisitos).</a:t>
            </a:r>
          </a:p>
          <a:p>
            <a:pPr algn="just"/>
            <a:endParaRPr lang="pt-BR" sz="800" dirty="0">
              <a:solidFill>
                <a:schemeClr val="tx1">
                  <a:lumMod val="75000"/>
                  <a:lumOff val="25000"/>
                </a:schemeClr>
              </a:solidFill>
            </a:endParaRPr>
          </a:p>
          <a:p>
            <a:pPr algn="just"/>
            <a:r>
              <a:rPr lang="pt-BR" sz="2100" dirty="0">
                <a:solidFill>
                  <a:schemeClr val="tx1">
                    <a:lumMod val="75000"/>
                    <a:lumOff val="25000"/>
                  </a:schemeClr>
                </a:solidFill>
              </a:rPr>
              <a:t>Utilizado como </a:t>
            </a:r>
            <a:r>
              <a:rPr lang="pt-BR" sz="2100" dirty="0">
                <a:solidFill>
                  <a:srgbClr val="8989FF"/>
                </a:solidFill>
              </a:rPr>
              <a:t>técnica de elicitação </a:t>
            </a:r>
            <a:r>
              <a:rPr lang="pt-BR" sz="2100" dirty="0">
                <a:solidFill>
                  <a:schemeClr val="tx1">
                    <a:lumMod val="75000"/>
                    <a:lumOff val="25000"/>
                  </a:schemeClr>
                </a:solidFill>
              </a:rPr>
              <a:t>de requisitos.</a:t>
            </a:r>
          </a:p>
          <a:p>
            <a:pPr algn="just"/>
            <a:endParaRPr lang="pt-BR" sz="800" dirty="0">
              <a:solidFill>
                <a:schemeClr val="tx1">
                  <a:lumMod val="75000"/>
                  <a:lumOff val="25000"/>
                </a:schemeClr>
              </a:solidFill>
            </a:endParaRPr>
          </a:p>
          <a:p>
            <a:pPr algn="just"/>
            <a:r>
              <a:rPr lang="pt-BR" sz="2100" dirty="0">
                <a:solidFill>
                  <a:schemeClr val="tx1">
                    <a:lumMod val="75000"/>
                    <a:lumOff val="25000"/>
                  </a:schemeClr>
                </a:solidFill>
              </a:rPr>
              <a:t>Define </a:t>
            </a:r>
            <a:r>
              <a:rPr lang="pt-BR" sz="2100" dirty="0">
                <a:solidFill>
                  <a:srgbClr val="8989FF"/>
                </a:solidFill>
              </a:rPr>
              <a:t>o que o sistema faz </a:t>
            </a:r>
            <a:r>
              <a:rPr lang="pt-BR" sz="2100" dirty="0">
                <a:solidFill>
                  <a:schemeClr val="tx1">
                    <a:lumMod val="75000"/>
                    <a:lumOff val="25000"/>
                  </a:schemeClr>
                </a:solidFill>
              </a:rPr>
              <a:t>e não como faz.</a:t>
            </a:r>
          </a:p>
          <a:p>
            <a:pPr algn="just"/>
            <a:endParaRPr lang="pt-BR" sz="2100" dirty="0">
              <a:solidFill>
                <a:schemeClr val="tx1">
                  <a:lumMod val="75000"/>
                  <a:lumOff val="25000"/>
                </a:schemeClr>
              </a:solidFill>
            </a:endParaRPr>
          </a:p>
        </p:txBody>
      </p:sp>
      <p:sp>
        <p:nvSpPr>
          <p:cNvPr id="2" name="Rectangle 1">
            <a:extLst>
              <a:ext uri="{FF2B5EF4-FFF2-40B4-BE49-F238E27FC236}">
                <a16:creationId xmlns:a16="http://schemas.microsoft.com/office/drawing/2014/main" id="{7A735D00-BE6B-4780-519F-2569BE7054D7}"/>
              </a:ext>
            </a:extLst>
          </p:cNvPr>
          <p:cNvSpPr/>
          <p:nvPr/>
        </p:nvSpPr>
        <p:spPr>
          <a:xfrm rot="5400000">
            <a:off x="993645" y="3692932"/>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8" name="Rectangle 7">
            <a:extLst>
              <a:ext uri="{FF2B5EF4-FFF2-40B4-BE49-F238E27FC236}">
                <a16:creationId xmlns:a16="http://schemas.microsoft.com/office/drawing/2014/main" id="{31392B91-E28F-2406-F2F6-763EF14FD5A8}"/>
              </a:ext>
            </a:extLst>
          </p:cNvPr>
          <p:cNvSpPr/>
          <p:nvPr/>
        </p:nvSpPr>
        <p:spPr>
          <a:xfrm rot="5400000">
            <a:off x="992157" y="4132227"/>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9" name="Rectangle 8">
            <a:extLst>
              <a:ext uri="{FF2B5EF4-FFF2-40B4-BE49-F238E27FC236}">
                <a16:creationId xmlns:a16="http://schemas.microsoft.com/office/drawing/2014/main" id="{9F5ED043-A816-C145-C455-AD17518382DF}"/>
              </a:ext>
            </a:extLst>
          </p:cNvPr>
          <p:cNvSpPr/>
          <p:nvPr/>
        </p:nvSpPr>
        <p:spPr>
          <a:xfrm rot="5400000">
            <a:off x="992157" y="3254434"/>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6" name="Rectangle 5">
            <a:extLst>
              <a:ext uri="{FF2B5EF4-FFF2-40B4-BE49-F238E27FC236}">
                <a16:creationId xmlns:a16="http://schemas.microsoft.com/office/drawing/2014/main" id="{1F590EBE-6CB5-435F-ECC1-89B473419F76}"/>
              </a:ext>
            </a:extLst>
          </p:cNvPr>
          <p:cNvSpPr/>
          <p:nvPr/>
        </p:nvSpPr>
        <p:spPr>
          <a:xfrm rot="5400000">
            <a:off x="995133" y="1915360"/>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12" name="Rectangle 11">
            <a:extLst>
              <a:ext uri="{FF2B5EF4-FFF2-40B4-BE49-F238E27FC236}">
                <a16:creationId xmlns:a16="http://schemas.microsoft.com/office/drawing/2014/main" id="{66DEE977-6850-7F5B-4AFF-9DD698966A31}"/>
              </a:ext>
            </a:extLst>
          </p:cNvPr>
          <p:cNvSpPr/>
          <p:nvPr/>
        </p:nvSpPr>
        <p:spPr>
          <a:xfrm rot="5400000">
            <a:off x="993645" y="2354655"/>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13" name="Rectangle 12">
            <a:extLst>
              <a:ext uri="{FF2B5EF4-FFF2-40B4-BE49-F238E27FC236}">
                <a16:creationId xmlns:a16="http://schemas.microsoft.com/office/drawing/2014/main" id="{34BD88CF-C559-A954-38A0-96D99E613185}"/>
              </a:ext>
            </a:extLst>
          </p:cNvPr>
          <p:cNvSpPr/>
          <p:nvPr/>
        </p:nvSpPr>
        <p:spPr>
          <a:xfrm rot="5400000">
            <a:off x="993645" y="1491976"/>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14" name="Rectangle 13">
            <a:extLst>
              <a:ext uri="{FF2B5EF4-FFF2-40B4-BE49-F238E27FC236}">
                <a16:creationId xmlns:a16="http://schemas.microsoft.com/office/drawing/2014/main" id="{2F8483B6-37FD-B2F1-094D-88A2316F4CE4}"/>
              </a:ext>
            </a:extLst>
          </p:cNvPr>
          <p:cNvSpPr/>
          <p:nvPr/>
        </p:nvSpPr>
        <p:spPr>
          <a:xfrm rot="5400000">
            <a:off x="995133" y="2816621"/>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pic>
        <p:nvPicPr>
          <p:cNvPr id="15" name="Graphic 14">
            <a:extLst>
              <a:ext uri="{FF2B5EF4-FFF2-40B4-BE49-F238E27FC236}">
                <a16:creationId xmlns:a16="http://schemas.microsoft.com/office/drawing/2014/main" id="{49FA73A1-F1CC-F5EC-7181-A569A5A6B19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1706" y="317206"/>
            <a:ext cx="579007" cy="707675"/>
          </a:xfrm>
          <a:prstGeom prst="rect">
            <a:avLst/>
          </a:prstGeom>
        </p:spPr>
      </p:pic>
    </p:spTree>
    <p:extLst>
      <p:ext uri="{BB962C8B-B14F-4D97-AF65-F5344CB8AC3E}">
        <p14:creationId xmlns:p14="http://schemas.microsoft.com/office/powerpoint/2010/main" val="1888484923"/>
      </p:ext>
    </p:extLst>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FCCCC-FFAE-4870-DDD9-192B481B7BB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7DB14BE-C78D-B0ED-DC46-5D5C56C80D4D}"/>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4" name="Rectangle 3">
            <a:extLst>
              <a:ext uri="{FF2B5EF4-FFF2-40B4-BE49-F238E27FC236}">
                <a16:creationId xmlns:a16="http://schemas.microsoft.com/office/drawing/2014/main" id="{AC04B479-DE1D-3376-AAC9-231759092BB0}"/>
              </a:ext>
            </a:extLst>
          </p:cNvPr>
          <p:cNvSpPr/>
          <p:nvPr/>
        </p:nvSpPr>
        <p:spPr>
          <a:xfrm>
            <a:off x="-9285" y="1"/>
            <a:ext cx="256739"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Google Shape;3850;p15">
            <a:extLst>
              <a:ext uri="{FF2B5EF4-FFF2-40B4-BE49-F238E27FC236}">
                <a16:creationId xmlns:a16="http://schemas.microsoft.com/office/drawing/2014/main" id="{7DB560F8-A63F-85F7-7214-E23B626426CA}"/>
              </a:ext>
            </a:extLst>
          </p:cNvPr>
          <p:cNvSpPr txBox="1">
            <a:spLocks/>
          </p:cNvSpPr>
          <p:nvPr/>
        </p:nvSpPr>
        <p:spPr>
          <a:xfrm>
            <a:off x="715812" y="536215"/>
            <a:ext cx="3695932" cy="38609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1pPr>
            <a:lvl2pPr marR="0" lvl="1"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2pPr>
            <a:lvl3pPr marR="0" lvl="2"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3pPr>
            <a:lvl4pPr marR="0" lvl="3"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4pPr>
            <a:lvl5pPr marR="0" lvl="4"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5pPr>
            <a:lvl6pPr marR="0" lvl="5"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6pPr>
            <a:lvl7pPr marR="0" lvl="6"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7pPr>
            <a:lvl8pPr marR="0" lvl="7"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8pPr>
            <a:lvl9pPr marR="0" lvl="8"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9pPr>
          </a:lstStyle>
          <a:p>
            <a:r>
              <a:rPr lang="pt-BR" sz="2100" b="1" dirty="0">
                <a:solidFill>
                  <a:srgbClr val="5353FF"/>
                </a:solidFill>
                <a:latin typeface="Arial" panose="020B0604020202020204" pitchFamily="34" charset="0"/>
                <a:cs typeface="Arial" panose="020B0604020202020204" pitchFamily="34" charset="0"/>
              </a:rPr>
              <a:t>Cenários / Casos de Uso</a:t>
            </a:r>
          </a:p>
        </p:txBody>
      </p:sp>
      <p:pic>
        <p:nvPicPr>
          <p:cNvPr id="7" name="Graphic 6">
            <a:extLst>
              <a:ext uri="{FF2B5EF4-FFF2-40B4-BE49-F238E27FC236}">
                <a16:creationId xmlns:a16="http://schemas.microsoft.com/office/drawing/2014/main" id="{98363037-66A9-9A87-1E69-57F183118E9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1706" y="317206"/>
            <a:ext cx="579007" cy="707675"/>
          </a:xfrm>
          <a:prstGeom prst="rect">
            <a:avLst/>
          </a:prstGeom>
        </p:spPr>
      </p:pic>
      <p:sp>
        <p:nvSpPr>
          <p:cNvPr id="11" name="TextBox 10">
            <a:extLst>
              <a:ext uri="{FF2B5EF4-FFF2-40B4-BE49-F238E27FC236}">
                <a16:creationId xmlns:a16="http://schemas.microsoft.com/office/drawing/2014/main" id="{3CB96647-9E2E-AC31-FAFF-5AF3EEE8F1AB}"/>
              </a:ext>
            </a:extLst>
          </p:cNvPr>
          <p:cNvSpPr txBox="1"/>
          <p:nvPr/>
        </p:nvSpPr>
        <p:spPr>
          <a:xfrm>
            <a:off x="774858" y="1343445"/>
            <a:ext cx="7179010" cy="3046988"/>
          </a:xfrm>
          <a:prstGeom prst="rect">
            <a:avLst/>
          </a:prstGeom>
          <a:noFill/>
        </p:spPr>
        <p:txBody>
          <a:bodyPr wrap="square">
            <a:spAutoFit/>
          </a:bodyPr>
          <a:lstStyle/>
          <a:p>
            <a:pPr algn="just"/>
            <a:r>
              <a:rPr lang="pt-BR" sz="2100" dirty="0">
                <a:solidFill>
                  <a:schemeClr val="tx1">
                    <a:lumMod val="75000"/>
                    <a:lumOff val="25000"/>
                  </a:schemeClr>
                </a:solidFill>
              </a:rPr>
              <a:t>Descrevem uma situação de uso do  sistema.</a:t>
            </a:r>
          </a:p>
          <a:p>
            <a:pPr algn="just"/>
            <a:endParaRPr lang="pt-BR" sz="2100" dirty="0">
              <a:solidFill>
                <a:schemeClr val="tx1">
                  <a:lumMod val="75000"/>
                  <a:lumOff val="25000"/>
                </a:schemeClr>
              </a:solidFill>
            </a:endParaRPr>
          </a:p>
          <a:p>
            <a:pPr algn="just"/>
            <a:r>
              <a:rPr lang="pt-BR" sz="2100" dirty="0">
                <a:solidFill>
                  <a:schemeClr val="tx1">
                    <a:lumMod val="75000"/>
                    <a:lumOff val="25000"/>
                  </a:schemeClr>
                </a:solidFill>
              </a:rPr>
              <a:t>Incluem informações como:</a:t>
            </a:r>
          </a:p>
          <a:p>
            <a:pPr algn="just"/>
            <a:endParaRPr lang="pt-BR" sz="2100" dirty="0">
              <a:solidFill>
                <a:schemeClr val="tx1">
                  <a:lumMod val="75000"/>
                  <a:lumOff val="25000"/>
                </a:schemeClr>
              </a:solidFill>
            </a:endParaRPr>
          </a:p>
          <a:p>
            <a:pPr algn="just"/>
            <a:r>
              <a:rPr lang="pt-BR" sz="2100" dirty="0">
                <a:solidFill>
                  <a:schemeClr val="tx1">
                    <a:lumMod val="75000"/>
                    <a:lumOff val="25000"/>
                  </a:schemeClr>
                </a:solidFill>
              </a:rPr>
              <a:t>    Nome do cenário</a:t>
            </a:r>
          </a:p>
          <a:p>
            <a:pPr algn="just"/>
            <a:endParaRPr lang="pt-BR" sz="800" dirty="0">
              <a:solidFill>
                <a:schemeClr val="tx1">
                  <a:lumMod val="75000"/>
                  <a:lumOff val="25000"/>
                </a:schemeClr>
              </a:solidFill>
            </a:endParaRPr>
          </a:p>
          <a:p>
            <a:pPr algn="just"/>
            <a:r>
              <a:rPr lang="pt-BR" sz="2100" dirty="0">
                <a:solidFill>
                  <a:schemeClr val="tx1">
                    <a:lumMod val="75000"/>
                    <a:lumOff val="25000"/>
                  </a:schemeClr>
                </a:solidFill>
              </a:rPr>
              <a:t>    Ator ou atores</a:t>
            </a:r>
          </a:p>
          <a:p>
            <a:pPr algn="just"/>
            <a:endParaRPr lang="pt-BR" sz="800" dirty="0">
              <a:solidFill>
                <a:schemeClr val="tx1">
                  <a:lumMod val="75000"/>
                  <a:lumOff val="25000"/>
                </a:schemeClr>
              </a:solidFill>
            </a:endParaRPr>
          </a:p>
          <a:p>
            <a:pPr algn="just"/>
            <a:r>
              <a:rPr lang="pt-BR" sz="2100" dirty="0">
                <a:solidFill>
                  <a:schemeClr val="tx1">
                    <a:lumMod val="75000"/>
                    <a:lumOff val="25000"/>
                  </a:schemeClr>
                </a:solidFill>
              </a:rPr>
              <a:t>    Pré-condição / Pós condição</a:t>
            </a:r>
          </a:p>
          <a:p>
            <a:pPr algn="just"/>
            <a:endParaRPr lang="pt-BR" sz="800" dirty="0">
              <a:solidFill>
                <a:schemeClr val="tx1">
                  <a:lumMod val="75000"/>
                  <a:lumOff val="25000"/>
                </a:schemeClr>
              </a:solidFill>
            </a:endParaRPr>
          </a:p>
          <a:p>
            <a:pPr algn="just"/>
            <a:r>
              <a:rPr lang="pt-BR" sz="2100" dirty="0">
                <a:solidFill>
                  <a:schemeClr val="tx1">
                    <a:lumMod val="75000"/>
                    <a:lumOff val="25000"/>
                  </a:schemeClr>
                </a:solidFill>
              </a:rPr>
              <a:t>    Fluxo normal / Fluxos alternativos</a:t>
            </a:r>
          </a:p>
        </p:txBody>
      </p:sp>
      <p:sp>
        <p:nvSpPr>
          <p:cNvPr id="2" name="Rectangle 1">
            <a:extLst>
              <a:ext uri="{FF2B5EF4-FFF2-40B4-BE49-F238E27FC236}">
                <a16:creationId xmlns:a16="http://schemas.microsoft.com/office/drawing/2014/main" id="{43921F93-298F-BD16-1D6D-324141B69BBA}"/>
              </a:ext>
            </a:extLst>
          </p:cNvPr>
          <p:cNvSpPr/>
          <p:nvPr/>
        </p:nvSpPr>
        <p:spPr>
          <a:xfrm rot="5400000">
            <a:off x="852019" y="3207270"/>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8" name="Rectangle 7">
            <a:extLst>
              <a:ext uri="{FF2B5EF4-FFF2-40B4-BE49-F238E27FC236}">
                <a16:creationId xmlns:a16="http://schemas.microsoft.com/office/drawing/2014/main" id="{3B5BC764-0B78-563F-25D5-A9AD7AE69F5A}"/>
              </a:ext>
            </a:extLst>
          </p:cNvPr>
          <p:cNvSpPr/>
          <p:nvPr/>
        </p:nvSpPr>
        <p:spPr>
          <a:xfrm rot="5400000">
            <a:off x="850531" y="3654122"/>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9" name="Rectangle 8">
            <a:extLst>
              <a:ext uri="{FF2B5EF4-FFF2-40B4-BE49-F238E27FC236}">
                <a16:creationId xmlns:a16="http://schemas.microsoft.com/office/drawing/2014/main" id="{8364D315-C4E4-4417-B41F-7ACA2CB8AABD}"/>
              </a:ext>
            </a:extLst>
          </p:cNvPr>
          <p:cNvSpPr/>
          <p:nvPr/>
        </p:nvSpPr>
        <p:spPr>
          <a:xfrm rot="5400000">
            <a:off x="850531" y="2768772"/>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10" name="Rectangle 9">
            <a:extLst>
              <a:ext uri="{FF2B5EF4-FFF2-40B4-BE49-F238E27FC236}">
                <a16:creationId xmlns:a16="http://schemas.microsoft.com/office/drawing/2014/main" id="{D9D8DB54-1D26-BA21-5D76-EF636D200DB1}"/>
              </a:ext>
            </a:extLst>
          </p:cNvPr>
          <p:cNvSpPr/>
          <p:nvPr/>
        </p:nvSpPr>
        <p:spPr>
          <a:xfrm rot="5400000">
            <a:off x="852019" y="4085860"/>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Tree>
    <p:extLst>
      <p:ext uri="{BB962C8B-B14F-4D97-AF65-F5344CB8AC3E}">
        <p14:creationId xmlns:p14="http://schemas.microsoft.com/office/powerpoint/2010/main" val="717147991"/>
      </p:ext>
    </p:extLst>
  </p:cSld>
  <p:clrMapOvr>
    <a:masterClrMapping/>
  </p:clrMapOvr>
  <p:transition>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15BC2-3447-4EF9-7158-25A6F2157B1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5C0B1A9-7807-5581-0B10-ABA515166DE9}"/>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4" name="Rectangle 3">
            <a:extLst>
              <a:ext uri="{FF2B5EF4-FFF2-40B4-BE49-F238E27FC236}">
                <a16:creationId xmlns:a16="http://schemas.microsoft.com/office/drawing/2014/main" id="{91A612F6-F570-E026-7AEB-B1B26BE254F5}"/>
              </a:ext>
            </a:extLst>
          </p:cNvPr>
          <p:cNvSpPr/>
          <p:nvPr/>
        </p:nvSpPr>
        <p:spPr>
          <a:xfrm>
            <a:off x="-9285" y="1"/>
            <a:ext cx="256739"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Google Shape;3850;p15">
            <a:extLst>
              <a:ext uri="{FF2B5EF4-FFF2-40B4-BE49-F238E27FC236}">
                <a16:creationId xmlns:a16="http://schemas.microsoft.com/office/drawing/2014/main" id="{86A115C6-9384-4A9E-B2C6-4F83291F81A4}"/>
              </a:ext>
            </a:extLst>
          </p:cNvPr>
          <p:cNvSpPr txBox="1">
            <a:spLocks/>
          </p:cNvSpPr>
          <p:nvPr/>
        </p:nvSpPr>
        <p:spPr>
          <a:xfrm>
            <a:off x="715812" y="536215"/>
            <a:ext cx="3695932" cy="38609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1pPr>
            <a:lvl2pPr marR="0" lvl="1"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2pPr>
            <a:lvl3pPr marR="0" lvl="2"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3pPr>
            <a:lvl4pPr marR="0" lvl="3"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4pPr>
            <a:lvl5pPr marR="0" lvl="4"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5pPr>
            <a:lvl6pPr marR="0" lvl="5"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6pPr>
            <a:lvl7pPr marR="0" lvl="6"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7pPr>
            <a:lvl8pPr marR="0" lvl="7"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8pPr>
            <a:lvl9pPr marR="0" lvl="8"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9pPr>
          </a:lstStyle>
          <a:p>
            <a:r>
              <a:rPr lang="pt-BR" sz="2100" b="1" dirty="0">
                <a:solidFill>
                  <a:srgbClr val="5353FF"/>
                </a:solidFill>
                <a:latin typeface="Arial" panose="020B0604020202020204" pitchFamily="34" charset="0"/>
                <a:cs typeface="Arial" panose="020B0604020202020204" pitchFamily="34" charset="0"/>
              </a:rPr>
              <a:t>Caso de Uso Descritivo</a:t>
            </a:r>
          </a:p>
        </p:txBody>
      </p:sp>
      <p:pic>
        <p:nvPicPr>
          <p:cNvPr id="7" name="Graphic 6">
            <a:extLst>
              <a:ext uri="{FF2B5EF4-FFF2-40B4-BE49-F238E27FC236}">
                <a16:creationId xmlns:a16="http://schemas.microsoft.com/office/drawing/2014/main" id="{9470E03A-8F13-5812-435D-4802AE4D3FA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1706" y="317206"/>
            <a:ext cx="579007" cy="707675"/>
          </a:xfrm>
          <a:prstGeom prst="rect">
            <a:avLst/>
          </a:prstGeom>
        </p:spPr>
      </p:pic>
      <p:sp>
        <p:nvSpPr>
          <p:cNvPr id="11" name="TextBox 10">
            <a:extLst>
              <a:ext uri="{FF2B5EF4-FFF2-40B4-BE49-F238E27FC236}">
                <a16:creationId xmlns:a16="http://schemas.microsoft.com/office/drawing/2014/main" id="{02D19499-9807-7EF3-DAB4-8882E9E4697F}"/>
              </a:ext>
            </a:extLst>
          </p:cNvPr>
          <p:cNvSpPr txBox="1"/>
          <p:nvPr/>
        </p:nvSpPr>
        <p:spPr>
          <a:xfrm>
            <a:off x="774858" y="1343445"/>
            <a:ext cx="7179010" cy="3170099"/>
          </a:xfrm>
          <a:prstGeom prst="rect">
            <a:avLst/>
          </a:prstGeom>
          <a:noFill/>
        </p:spPr>
        <p:txBody>
          <a:bodyPr wrap="square">
            <a:spAutoFit/>
          </a:bodyPr>
          <a:lstStyle/>
          <a:p>
            <a:pPr algn="just"/>
            <a:r>
              <a:rPr lang="pt-BR" sz="2000" dirty="0">
                <a:solidFill>
                  <a:srgbClr val="8989FF"/>
                </a:solidFill>
              </a:rPr>
              <a:t>Descrição do Caso de Uso </a:t>
            </a:r>
            <a:r>
              <a:rPr lang="pt-BR" sz="2000" dirty="0">
                <a:solidFill>
                  <a:schemeClr val="tx1">
                    <a:lumMod val="75000"/>
                    <a:lumOff val="25000"/>
                  </a:schemeClr>
                </a:solidFill>
              </a:rPr>
              <a:t>- É a etapa em que é descrito o detalhamento do processo escolhido para ilustrar uma situação em que determinada função do sistema deve realizar. Um caso de uso indica uma funcionalidade do sistema. </a:t>
            </a:r>
            <a:r>
              <a:rPr lang="pt-BR" sz="2000" b="1" dirty="0">
                <a:solidFill>
                  <a:schemeClr val="tx1">
                    <a:lumMod val="75000"/>
                    <a:lumOff val="25000"/>
                  </a:schemeClr>
                </a:solidFill>
              </a:rPr>
              <a:t>Exemplos:</a:t>
            </a:r>
            <a:r>
              <a:rPr lang="pt-BR" sz="2000" dirty="0">
                <a:solidFill>
                  <a:schemeClr val="tx1">
                    <a:lumMod val="75000"/>
                    <a:lumOff val="25000"/>
                  </a:schemeClr>
                </a:solidFill>
              </a:rPr>
              <a:t> Abrir Conta, Sacar, Verificar Saldo, etc.</a:t>
            </a:r>
          </a:p>
          <a:p>
            <a:pPr algn="just"/>
            <a:endParaRPr lang="pt-BR" sz="2000" dirty="0">
              <a:solidFill>
                <a:schemeClr val="tx1">
                  <a:lumMod val="75000"/>
                  <a:lumOff val="25000"/>
                </a:schemeClr>
              </a:solidFill>
            </a:endParaRPr>
          </a:p>
          <a:p>
            <a:pPr algn="just"/>
            <a:r>
              <a:rPr lang="pt-BR" sz="2000" dirty="0">
                <a:solidFill>
                  <a:srgbClr val="8989FF"/>
                </a:solidFill>
              </a:rPr>
              <a:t>Atores</a:t>
            </a:r>
            <a:r>
              <a:rPr lang="pt-BR" sz="2000" dirty="0">
                <a:solidFill>
                  <a:schemeClr val="tx1">
                    <a:lumMod val="75000"/>
                    <a:lumOff val="25000"/>
                  </a:schemeClr>
                </a:solidFill>
              </a:rPr>
              <a:t> - São as diferentes pessoas (ou dispositivos) que usam o sistema. Representam os papéis desempenhados enquanto o sistema opera, ou seja, ator é qualquer coisa que se comunica com o sistema, sendo externo ao sistema em si. </a:t>
            </a:r>
          </a:p>
        </p:txBody>
      </p:sp>
    </p:spTree>
    <p:extLst>
      <p:ext uri="{BB962C8B-B14F-4D97-AF65-F5344CB8AC3E}">
        <p14:creationId xmlns:p14="http://schemas.microsoft.com/office/powerpoint/2010/main" val="2965977385"/>
      </p:ext>
    </p:extLst>
  </p:cSld>
  <p:clrMapOvr>
    <a:masterClrMapping/>
  </p:clrMapOvr>
  <p:transition>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B36EA-084C-AE8A-B644-93C7AA65476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81D00B4-15BF-43D5-DBA0-02B61AB1721B}"/>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Rectangle 4">
            <a:extLst>
              <a:ext uri="{FF2B5EF4-FFF2-40B4-BE49-F238E27FC236}">
                <a16:creationId xmlns:a16="http://schemas.microsoft.com/office/drawing/2014/main" id="{5EF16E92-EE59-DBAF-99A9-C1A1ECEA401B}"/>
              </a:ext>
            </a:extLst>
          </p:cNvPr>
          <p:cNvSpPr/>
          <p:nvPr/>
        </p:nvSpPr>
        <p:spPr>
          <a:xfrm>
            <a:off x="-9285" y="1"/>
            <a:ext cx="256739"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7" name="Google Shape;3850;p15">
            <a:extLst>
              <a:ext uri="{FF2B5EF4-FFF2-40B4-BE49-F238E27FC236}">
                <a16:creationId xmlns:a16="http://schemas.microsoft.com/office/drawing/2014/main" id="{C29A7FE8-F6D2-6385-A179-88500885BD26}"/>
              </a:ext>
            </a:extLst>
          </p:cNvPr>
          <p:cNvSpPr txBox="1">
            <a:spLocks/>
          </p:cNvSpPr>
          <p:nvPr/>
        </p:nvSpPr>
        <p:spPr>
          <a:xfrm>
            <a:off x="715812" y="536215"/>
            <a:ext cx="5032182" cy="38609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1pPr>
            <a:lvl2pPr marR="0" lvl="1"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2pPr>
            <a:lvl3pPr marR="0" lvl="2"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3pPr>
            <a:lvl4pPr marR="0" lvl="3"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4pPr>
            <a:lvl5pPr marR="0" lvl="4"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5pPr>
            <a:lvl6pPr marR="0" lvl="5"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6pPr>
            <a:lvl7pPr marR="0" lvl="6"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7pPr>
            <a:lvl8pPr marR="0" lvl="7"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8pPr>
            <a:lvl9pPr marR="0" lvl="8"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9pPr>
          </a:lstStyle>
          <a:p>
            <a:r>
              <a:rPr lang="pt-BR" sz="2100" b="1" dirty="0">
                <a:solidFill>
                  <a:srgbClr val="5353FF"/>
                </a:solidFill>
                <a:latin typeface="Arial" panose="020B0604020202020204" pitchFamily="34" charset="0"/>
                <a:cs typeface="Arial" panose="020B0604020202020204" pitchFamily="34" charset="0"/>
              </a:rPr>
              <a:t>Especificação de Caso de Uso</a:t>
            </a:r>
          </a:p>
        </p:txBody>
      </p:sp>
      <p:sp>
        <p:nvSpPr>
          <p:cNvPr id="2" name="TextBox 1">
            <a:extLst>
              <a:ext uri="{FF2B5EF4-FFF2-40B4-BE49-F238E27FC236}">
                <a16:creationId xmlns:a16="http://schemas.microsoft.com/office/drawing/2014/main" id="{5C8C2AEC-0F41-9042-3B51-D444289078CE}"/>
              </a:ext>
            </a:extLst>
          </p:cNvPr>
          <p:cNvSpPr txBox="1"/>
          <p:nvPr/>
        </p:nvSpPr>
        <p:spPr>
          <a:xfrm>
            <a:off x="1219001" y="1381595"/>
            <a:ext cx="6928089" cy="3539430"/>
          </a:xfrm>
          <a:prstGeom prst="rect">
            <a:avLst/>
          </a:prstGeom>
          <a:noFill/>
        </p:spPr>
        <p:txBody>
          <a:bodyPr wrap="square">
            <a:spAutoFit/>
          </a:bodyPr>
          <a:lstStyle/>
          <a:p>
            <a:r>
              <a:rPr lang="pt-BR" sz="1800" dirty="0">
                <a:solidFill>
                  <a:srgbClr val="8989FF"/>
                </a:solidFill>
                <a:latin typeface="Arial" panose="020B0604020202020204" pitchFamily="34" charset="0"/>
                <a:ea typeface="Roboto Mono"/>
                <a:cs typeface="Arial" panose="020B0604020202020204" pitchFamily="34" charset="0"/>
                <a:sym typeface="Roboto Mono"/>
              </a:rPr>
              <a:t>Pré-Condição - </a:t>
            </a:r>
            <a:r>
              <a:rPr lang="pt-BR" sz="18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rPr>
              <a:t>Ação necessária para realizar a atividade que deseja ser feita.</a:t>
            </a:r>
          </a:p>
          <a:p>
            <a:endParaRPr lang="pt-BR" sz="18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endParaRPr>
          </a:p>
          <a:p>
            <a:r>
              <a:rPr lang="pt-BR" sz="1800" dirty="0">
                <a:solidFill>
                  <a:srgbClr val="8989FF"/>
                </a:solidFill>
                <a:latin typeface="Arial" panose="020B0604020202020204" pitchFamily="34" charset="0"/>
                <a:ea typeface="Roboto Mono"/>
                <a:cs typeface="Arial" panose="020B0604020202020204" pitchFamily="34" charset="0"/>
                <a:sym typeface="Roboto Mono"/>
              </a:rPr>
              <a:t>Pós-Condição - </a:t>
            </a:r>
            <a:r>
              <a:rPr lang="pt-BR" sz="18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rPr>
              <a:t>Resultado esperado após concluir a atividade realizada na pré-condição ou resultado esperado no final da situação do cenário.</a:t>
            </a:r>
          </a:p>
          <a:p>
            <a:endParaRPr lang="pt-BR" sz="18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endParaRPr>
          </a:p>
          <a:p>
            <a:r>
              <a:rPr lang="pt-BR" sz="1800" dirty="0">
                <a:solidFill>
                  <a:srgbClr val="8989FF"/>
                </a:solidFill>
                <a:latin typeface="Arial" panose="020B0604020202020204" pitchFamily="34" charset="0"/>
                <a:ea typeface="Roboto Mono"/>
                <a:cs typeface="Arial" panose="020B0604020202020204" pitchFamily="34" charset="0"/>
                <a:sym typeface="Roboto Mono"/>
              </a:rPr>
              <a:t>Fluxo Principal - </a:t>
            </a:r>
            <a:r>
              <a:rPr lang="pt-BR" sz="18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rPr>
              <a:t>Etapas realizadas conforme o esperado em um cenário ideal.</a:t>
            </a:r>
          </a:p>
          <a:p>
            <a:endParaRPr lang="pt-BR" sz="18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endParaRPr>
          </a:p>
          <a:p>
            <a:r>
              <a:rPr lang="pt-BR" sz="1800" dirty="0">
                <a:solidFill>
                  <a:srgbClr val="8989FF"/>
                </a:solidFill>
                <a:latin typeface="Arial" panose="020B0604020202020204" pitchFamily="34" charset="0"/>
                <a:ea typeface="Roboto Mono"/>
                <a:cs typeface="Arial" panose="020B0604020202020204" pitchFamily="34" charset="0"/>
                <a:sym typeface="Roboto Mono"/>
              </a:rPr>
              <a:t>Fluxo Alternativo - </a:t>
            </a:r>
            <a:r>
              <a:rPr lang="pt-BR" sz="1800" dirty="0">
                <a:solidFill>
                  <a:schemeClr val="tx1">
                    <a:lumMod val="75000"/>
                    <a:lumOff val="25000"/>
                  </a:schemeClr>
                </a:solidFill>
                <a:latin typeface="Arial" panose="020B0604020202020204" pitchFamily="34" charset="0"/>
                <a:ea typeface="Roboto Mono"/>
                <a:cs typeface="Arial" panose="020B0604020202020204" pitchFamily="34" charset="0"/>
                <a:sym typeface="Roboto Mono"/>
              </a:rPr>
              <a:t>Etapas em que as atividades geram um resultado alternativo em relação ao cenário real esperado.</a:t>
            </a:r>
          </a:p>
        </p:txBody>
      </p:sp>
      <p:sp>
        <p:nvSpPr>
          <p:cNvPr id="8" name="Rectangle 7">
            <a:extLst>
              <a:ext uri="{FF2B5EF4-FFF2-40B4-BE49-F238E27FC236}">
                <a16:creationId xmlns:a16="http://schemas.microsoft.com/office/drawing/2014/main" id="{48B1F837-F58F-ED62-A309-7E167556D3EB}"/>
              </a:ext>
            </a:extLst>
          </p:cNvPr>
          <p:cNvSpPr/>
          <p:nvPr/>
        </p:nvSpPr>
        <p:spPr>
          <a:xfrm rot="5400000">
            <a:off x="995602" y="2323331"/>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10" name="Rectangle 9">
            <a:extLst>
              <a:ext uri="{FF2B5EF4-FFF2-40B4-BE49-F238E27FC236}">
                <a16:creationId xmlns:a16="http://schemas.microsoft.com/office/drawing/2014/main" id="{73D493A2-8964-76CB-B3DD-38CA8653548B}"/>
              </a:ext>
            </a:extLst>
          </p:cNvPr>
          <p:cNvSpPr/>
          <p:nvPr/>
        </p:nvSpPr>
        <p:spPr>
          <a:xfrm rot="5400000">
            <a:off x="994114" y="3423566"/>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9" name="Rectangle 8">
            <a:extLst>
              <a:ext uri="{FF2B5EF4-FFF2-40B4-BE49-F238E27FC236}">
                <a16:creationId xmlns:a16="http://schemas.microsoft.com/office/drawing/2014/main" id="{FC5EF3AB-8937-BC11-DB19-FCA70FBFF87B}"/>
              </a:ext>
            </a:extLst>
          </p:cNvPr>
          <p:cNvSpPr/>
          <p:nvPr/>
        </p:nvSpPr>
        <p:spPr>
          <a:xfrm rot="5400000">
            <a:off x="994114" y="1496085"/>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pic>
        <p:nvPicPr>
          <p:cNvPr id="11" name="Graphic 10">
            <a:extLst>
              <a:ext uri="{FF2B5EF4-FFF2-40B4-BE49-F238E27FC236}">
                <a16:creationId xmlns:a16="http://schemas.microsoft.com/office/drawing/2014/main" id="{45838AF5-785A-3234-E4FB-2891C4CA539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1706" y="317206"/>
            <a:ext cx="579007" cy="707675"/>
          </a:xfrm>
          <a:prstGeom prst="rect">
            <a:avLst/>
          </a:prstGeom>
        </p:spPr>
      </p:pic>
      <p:sp>
        <p:nvSpPr>
          <p:cNvPr id="6" name="Rectangle 5">
            <a:extLst>
              <a:ext uri="{FF2B5EF4-FFF2-40B4-BE49-F238E27FC236}">
                <a16:creationId xmlns:a16="http://schemas.microsoft.com/office/drawing/2014/main" id="{FF5FAD14-AEEE-A2C9-99DC-9985C91E0E98}"/>
              </a:ext>
            </a:extLst>
          </p:cNvPr>
          <p:cNvSpPr/>
          <p:nvPr/>
        </p:nvSpPr>
        <p:spPr>
          <a:xfrm rot="5400000">
            <a:off x="995602" y="4229444"/>
            <a:ext cx="144803" cy="142187"/>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Tree>
    <p:extLst>
      <p:ext uri="{BB962C8B-B14F-4D97-AF65-F5344CB8AC3E}">
        <p14:creationId xmlns:p14="http://schemas.microsoft.com/office/powerpoint/2010/main" val="2323128760"/>
      </p:ext>
    </p:extLst>
  </p:cSld>
  <p:clrMapOvr>
    <a:masterClrMapping/>
  </p:clrMapOvr>
  <p:transition>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6D66C-0EF6-0E85-991F-2A6F39C8974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966B4C-1F8A-9EDD-84C7-63C9D25F7CBB}"/>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Rectangle 4">
            <a:extLst>
              <a:ext uri="{FF2B5EF4-FFF2-40B4-BE49-F238E27FC236}">
                <a16:creationId xmlns:a16="http://schemas.microsoft.com/office/drawing/2014/main" id="{FB4279CA-D126-9D12-3CA6-4403DB640ECA}"/>
              </a:ext>
            </a:extLst>
          </p:cNvPr>
          <p:cNvSpPr/>
          <p:nvPr/>
        </p:nvSpPr>
        <p:spPr>
          <a:xfrm>
            <a:off x="-9285" y="1"/>
            <a:ext cx="256739"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7" name="Google Shape;3850;p15">
            <a:extLst>
              <a:ext uri="{FF2B5EF4-FFF2-40B4-BE49-F238E27FC236}">
                <a16:creationId xmlns:a16="http://schemas.microsoft.com/office/drawing/2014/main" id="{9F846793-8A19-8616-C743-664DA9B56658}"/>
              </a:ext>
            </a:extLst>
          </p:cNvPr>
          <p:cNvSpPr txBox="1">
            <a:spLocks/>
          </p:cNvSpPr>
          <p:nvPr/>
        </p:nvSpPr>
        <p:spPr>
          <a:xfrm>
            <a:off x="715812" y="536215"/>
            <a:ext cx="5032182" cy="38609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1pPr>
            <a:lvl2pPr marR="0" lvl="1"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2pPr>
            <a:lvl3pPr marR="0" lvl="2"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3pPr>
            <a:lvl4pPr marR="0" lvl="3"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4pPr>
            <a:lvl5pPr marR="0" lvl="4"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5pPr>
            <a:lvl6pPr marR="0" lvl="5"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6pPr>
            <a:lvl7pPr marR="0" lvl="6"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7pPr>
            <a:lvl8pPr marR="0" lvl="7"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8pPr>
            <a:lvl9pPr marR="0" lvl="8"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9pPr>
          </a:lstStyle>
          <a:p>
            <a:r>
              <a:rPr lang="pt-BR" sz="2100" b="1" dirty="0">
                <a:solidFill>
                  <a:srgbClr val="5353FF"/>
                </a:solidFill>
                <a:latin typeface="Arial" panose="020B0604020202020204" pitchFamily="34" charset="0"/>
                <a:cs typeface="Arial" panose="020B0604020202020204" pitchFamily="34" charset="0"/>
              </a:rPr>
              <a:t>Diagrama de Caso de Uso</a:t>
            </a:r>
          </a:p>
        </p:txBody>
      </p:sp>
      <p:pic>
        <p:nvPicPr>
          <p:cNvPr id="13" name="Graphic 12">
            <a:extLst>
              <a:ext uri="{FF2B5EF4-FFF2-40B4-BE49-F238E27FC236}">
                <a16:creationId xmlns:a16="http://schemas.microsoft.com/office/drawing/2014/main" id="{F7135169-0759-D577-1256-9AAA256095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34943" y="344778"/>
            <a:ext cx="652531" cy="652531"/>
          </a:xfrm>
          <a:prstGeom prst="rect">
            <a:avLst/>
          </a:prstGeom>
        </p:spPr>
      </p:pic>
      <p:pic>
        <p:nvPicPr>
          <p:cNvPr id="15" name="Picture 14">
            <a:extLst>
              <a:ext uri="{FF2B5EF4-FFF2-40B4-BE49-F238E27FC236}">
                <a16:creationId xmlns:a16="http://schemas.microsoft.com/office/drawing/2014/main" id="{C45C66B6-E35E-DA78-E44A-3FF02A578F65}"/>
              </a:ext>
            </a:extLst>
          </p:cNvPr>
          <p:cNvPicPr>
            <a:picLocks noChangeAspect="1"/>
          </p:cNvPicPr>
          <p:nvPr/>
        </p:nvPicPr>
        <p:blipFill>
          <a:blip r:embed="rId4"/>
          <a:stretch>
            <a:fillRect/>
          </a:stretch>
        </p:blipFill>
        <p:spPr>
          <a:xfrm>
            <a:off x="497423" y="997309"/>
            <a:ext cx="7753615" cy="3937428"/>
          </a:xfrm>
          <a:prstGeom prst="rect">
            <a:avLst/>
          </a:prstGeom>
        </p:spPr>
      </p:pic>
    </p:spTree>
    <p:extLst>
      <p:ext uri="{BB962C8B-B14F-4D97-AF65-F5344CB8AC3E}">
        <p14:creationId xmlns:p14="http://schemas.microsoft.com/office/powerpoint/2010/main" val="722381204"/>
      </p:ext>
    </p:extLst>
  </p:cSld>
  <p:clrMapOvr>
    <a:masterClrMapping/>
  </p:clrMapOvr>
  <p:transition>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14585-D4EB-2B53-0EF0-D563A896F3E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9007B87-C50A-EC6E-E35E-28F2517DEF59}"/>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4" name="Rectangle 3">
            <a:extLst>
              <a:ext uri="{FF2B5EF4-FFF2-40B4-BE49-F238E27FC236}">
                <a16:creationId xmlns:a16="http://schemas.microsoft.com/office/drawing/2014/main" id="{FD991EFC-A7F7-4DC5-F16A-7CF9C3B934E0}"/>
              </a:ext>
            </a:extLst>
          </p:cNvPr>
          <p:cNvSpPr/>
          <p:nvPr/>
        </p:nvSpPr>
        <p:spPr>
          <a:xfrm>
            <a:off x="-9285" y="1"/>
            <a:ext cx="256739"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Google Shape;3850;p15">
            <a:extLst>
              <a:ext uri="{FF2B5EF4-FFF2-40B4-BE49-F238E27FC236}">
                <a16:creationId xmlns:a16="http://schemas.microsoft.com/office/drawing/2014/main" id="{95A3575A-F353-4BA0-AF33-220AE0B80950}"/>
              </a:ext>
            </a:extLst>
          </p:cNvPr>
          <p:cNvSpPr txBox="1">
            <a:spLocks/>
          </p:cNvSpPr>
          <p:nvPr/>
        </p:nvSpPr>
        <p:spPr>
          <a:xfrm>
            <a:off x="715812" y="536215"/>
            <a:ext cx="3695932" cy="38609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1pPr>
            <a:lvl2pPr marR="0" lvl="1"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2pPr>
            <a:lvl3pPr marR="0" lvl="2"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3pPr>
            <a:lvl4pPr marR="0" lvl="3"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4pPr>
            <a:lvl5pPr marR="0" lvl="4"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5pPr>
            <a:lvl6pPr marR="0" lvl="5"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6pPr>
            <a:lvl7pPr marR="0" lvl="6"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7pPr>
            <a:lvl8pPr marR="0" lvl="7"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8pPr>
            <a:lvl9pPr marR="0" lvl="8"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9pPr>
          </a:lstStyle>
          <a:p>
            <a:r>
              <a:rPr lang="pt-BR" sz="2100" b="1" dirty="0">
                <a:solidFill>
                  <a:srgbClr val="5353FF"/>
                </a:solidFill>
                <a:latin typeface="Arial" panose="020B0604020202020204" pitchFamily="34" charset="0"/>
                <a:cs typeface="Arial" panose="020B0604020202020204" pitchFamily="34" charset="0"/>
              </a:rPr>
              <a:t>Caso de Uso Descritivo</a:t>
            </a:r>
          </a:p>
        </p:txBody>
      </p:sp>
      <p:pic>
        <p:nvPicPr>
          <p:cNvPr id="7" name="Graphic 6">
            <a:extLst>
              <a:ext uri="{FF2B5EF4-FFF2-40B4-BE49-F238E27FC236}">
                <a16:creationId xmlns:a16="http://schemas.microsoft.com/office/drawing/2014/main" id="{1B8CC3ED-F111-8F84-B895-7904C6533F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1706" y="317206"/>
            <a:ext cx="579007" cy="707675"/>
          </a:xfrm>
          <a:prstGeom prst="rect">
            <a:avLst/>
          </a:prstGeom>
        </p:spPr>
      </p:pic>
      <p:sp>
        <p:nvSpPr>
          <p:cNvPr id="11" name="TextBox 10">
            <a:extLst>
              <a:ext uri="{FF2B5EF4-FFF2-40B4-BE49-F238E27FC236}">
                <a16:creationId xmlns:a16="http://schemas.microsoft.com/office/drawing/2014/main" id="{6539E2C7-AFD2-BA1A-EE53-43BC2B761431}"/>
              </a:ext>
            </a:extLst>
          </p:cNvPr>
          <p:cNvSpPr txBox="1"/>
          <p:nvPr/>
        </p:nvSpPr>
        <p:spPr>
          <a:xfrm>
            <a:off x="774857" y="1343445"/>
            <a:ext cx="7477414" cy="2769989"/>
          </a:xfrm>
          <a:prstGeom prst="rect">
            <a:avLst/>
          </a:prstGeom>
          <a:noFill/>
        </p:spPr>
        <p:txBody>
          <a:bodyPr wrap="square">
            <a:spAutoFit/>
          </a:bodyPr>
          <a:lstStyle/>
          <a:p>
            <a:pPr algn="just"/>
            <a:r>
              <a:rPr lang="pt-BR" sz="2000" b="1" dirty="0">
                <a:solidFill>
                  <a:schemeClr val="tx1">
                    <a:lumMod val="75000"/>
                    <a:lumOff val="25000"/>
                  </a:schemeClr>
                </a:solidFill>
              </a:rPr>
              <a:t>Nome do Cenário: </a:t>
            </a:r>
            <a:r>
              <a:rPr lang="pt-BR" sz="2000" dirty="0">
                <a:solidFill>
                  <a:schemeClr val="tx1">
                    <a:lumMod val="75000"/>
                    <a:lumOff val="25000"/>
                  </a:schemeClr>
                </a:solidFill>
              </a:rPr>
              <a:t>Operação em Banco</a:t>
            </a:r>
          </a:p>
          <a:p>
            <a:pPr algn="just"/>
            <a:r>
              <a:rPr lang="pt-BR" sz="2000" b="1" dirty="0">
                <a:solidFill>
                  <a:schemeClr val="tx1">
                    <a:lumMod val="75000"/>
                    <a:lumOff val="25000"/>
                  </a:schemeClr>
                </a:solidFill>
              </a:rPr>
              <a:t>Atores: </a:t>
            </a:r>
            <a:r>
              <a:rPr lang="pt-BR" sz="2000" dirty="0">
                <a:solidFill>
                  <a:schemeClr val="tx1">
                    <a:lumMod val="75000"/>
                    <a:lumOff val="25000"/>
                  </a:schemeClr>
                </a:solidFill>
              </a:rPr>
              <a:t>Cliente, Banco</a:t>
            </a:r>
          </a:p>
          <a:p>
            <a:pPr algn="just"/>
            <a:r>
              <a:rPr lang="pt-BR" sz="2000" b="1" dirty="0">
                <a:solidFill>
                  <a:schemeClr val="tx1">
                    <a:lumMod val="75000"/>
                    <a:lumOff val="25000"/>
                  </a:schemeClr>
                </a:solidFill>
              </a:rPr>
              <a:t>Pré-condição: </a:t>
            </a:r>
            <a:r>
              <a:rPr lang="pt-BR" sz="2000" dirty="0">
                <a:solidFill>
                  <a:schemeClr val="tx1">
                    <a:lumMod val="75000"/>
                    <a:lumOff val="25000"/>
                  </a:schemeClr>
                </a:solidFill>
              </a:rPr>
              <a:t>Conta e senha validadas</a:t>
            </a:r>
          </a:p>
          <a:p>
            <a:pPr algn="just"/>
            <a:r>
              <a:rPr lang="pt-BR" sz="2000" b="1" dirty="0">
                <a:solidFill>
                  <a:schemeClr val="tx1">
                    <a:lumMod val="75000"/>
                    <a:lumOff val="25000"/>
                  </a:schemeClr>
                </a:solidFill>
              </a:rPr>
              <a:t>Pós-condição: </a:t>
            </a:r>
            <a:r>
              <a:rPr lang="pt-BR" sz="2000" dirty="0">
                <a:solidFill>
                  <a:schemeClr val="tx1">
                    <a:lumMod val="75000"/>
                    <a:lumOff val="25000"/>
                  </a:schemeClr>
                </a:solidFill>
              </a:rPr>
              <a:t>Registro do movimento no saldo da conta</a:t>
            </a:r>
          </a:p>
          <a:p>
            <a:pPr algn="just"/>
            <a:endParaRPr lang="pt-BR" sz="2000" dirty="0">
              <a:solidFill>
                <a:schemeClr val="tx1">
                  <a:lumMod val="75000"/>
                  <a:lumOff val="25000"/>
                </a:schemeClr>
              </a:solidFill>
            </a:endParaRPr>
          </a:p>
          <a:p>
            <a:pPr algn="just"/>
            <a:r>
              <a:rPr lang="pt-BR" sz="2000" b="1" dirty="0">
                <a:solidFill>
                  <a:schemeClr val="tx1">
                    <a:lumMod val="75000"/>
                    <a:lumOff val="25000"/>
                  </a:schemeClr>
                </a:solidFill>
              </a:rPr>
              <a:t>Fluxo normal                                    Fluxo alternativo</a:t>
            </a:r>
          </a:p>
          <a:p>
            <a:pPr algn="just"/>
            <a:r>
              <a:rPr lang="pt-BR" sz="1800" dirty="0">
                <a:solidFill>
                  <a:schemeClr val="tx1">
                    <a:lumMod val="75000"/>
                    <a:lumOff val="25000"/>
                  </a:schemeClr>
                </a:solidFill>
              </a:rPr>
              <a:t>1. Entrar com valor da operação             (Saque - Saldo Insuficiente)</a:t>
            </a:r>
          </a:p>
          <a:p>
            <a:pPr algn="just"/>
            <a:r>
              <a:rPr lang="pt-BR" sz="1800" dirty="0">
                <a:solidFill>
                  <a:schemeClr val="tx1">
                    <a:lumMod val="75000"/>
                    <a:lumOff val="25000"/>
                  </a:schemeClr>
                </a:solidFill>
              </a:rPr>
              <a:t>2. Confirmar dados e operação                        </a:t>
            </a:r>
          </a:p>
          <a:p>
            <a:pPr algn="just"/>
            <a:r>
              <a:rPr lang="pt-BR" sz="1800" dirty="0">
                <a:solidFill>
                  <a:schemeClr val="tx1">
                    <a:lumMod val="75000"/>
                    <a:lumOff val="25000"/>
                  </a:schemeClr>
                </a:solidFill>
              </a:rPr>
              <a:t>3. Registrar movimento na conta            3.1 Apresentar aviso ao cliente</a:t>
            </a:r>
          </a:p>
        </p:txBody>
      </p:sp>
    </p:spTree>
    <p:extLst>
      <p:ext uri="{BB962C8B-B14F-4D97-AF65-F5344CB8AC3E}">
        <p14:creationId xmlns:p14="http://schemas.microsoft.com/office/powerpoint/2010/main" val="716168357"/>
      </p:ext>
    </p:extLst>
  </p:cSld>
  <p:clrMapOvr>
    <a:masterClrMapping/>
  </p:clrMapOvr>
  <p:transition>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FB56C-8285-5F87-D098-4C106F9E9C8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67C651F-A5EA-7513-23F0-D09E4314082C}"/>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Rectangle 4">
            <a:extLst>
              <a:ext uri="{FF2B5EF4-FFF2-40B4-BE49-F238E27FC236}">
                <a16:creationId xmlns:a16="http://schemas.microsoft.com/office/drawing/2014/main" id="{352FCDE0-83EC-F845-1978-68035407549A}"/>
              </a:ext>
            </a:extLst>
          </p:cNvPr>
          <p:cNvSpPr/>
          <p:nvPr/>
        </p:nvSpPr>
        <p:spPr>
          <a:xfrm>
            <a:off x="-9285" y="1"/>
            <a:ext cx="256739"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7" name="Google Shape;3850;p15">
            <a:extLst>
              <a:ext uri="{FF2B5EF4-FFF2-40B4-BE49-F238E27FC236}">
                <a16:creationId xmlns:a16="http://schemas.microsoft.com/office/drawing/2014/main" id="{8269FC22-419F-ACAD-269B-DC2A648EC028}"/>
              </a:ext>
            </a:extLst>
          </p:cNvPr>
          <p:cNvSpPr txBox="1">
            <a:spLocks/>
          </p:cNvSpPr>
          <p:nvPr/>
        </p:nvSpPr>
        <p:spPr>
          <a:xfrm>
            <a:off x="715812" y="536215"/>
            <a:ext cx="5032182" cy="38609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1pPr>
            <a:lvl2pPr marR="0" lvl="1"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2pPr>
            <a:lvl3pPr marR="0" lvl="2"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3pPr>
            <a:lvl4pPr marR="0" lvl="3"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4pPr>
            <a:lvl5pPr marR="0" lvl="4"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5pPr>
            <a:lvl6pPr marR="0" lvl="5"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6pPr>
            <a:lvl7pPr marR="0" lvl="6"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7pPr>
            <a:lvl8pPr marR="0" lvl="7"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8pPr>
            <a:lvl9pPr marR="0" lvl="8" algn="l" rtl="0">
              <a:lnSpc>
                <a:spcPct val="100000"/>
              </a:lnSpc>
              <a:spcBef>
                <a:spcPts val="0"/>
              </a:spcBef>
              <a:spcAft>
                <a:spcPts val="0"/>
              </a:spcAft>
              <a:buClr>
                <a:schemeClr val="accent1"/>
              </a:buClr>
              <a:buSzPts val="3000"/>
              <a:buFont typeface="Miriam Libre"/>
              <a:buNone/>
              <a:defRPr sz="3000" b="0" i="0" u="none" strike="noStrike" cap="none">
                <a:solidFill>
                  <a:schemeClr val="accent1"/>
                </a:solidFill>
                <a:latin typeface="Miriam Libre"/>
                <a:ea typeface="Miriam Libre"/>
                <a:cs typeface="Miriam Libre"/>
                <a:sym typeface="Miriam Libre"/>
              </a:defRPr>
            </a:lvl9pPr>
          </a:lstStyle>
          <a:p>
            <a:r>
              <a:rPr lang="pt-BR" sz="2100" b="1" dirty="0">
                <a:solidFill>
                  <a:srgbClr val="5353FF"/>
                </a:solidFill>
                <a:latin typeface="Arial" panose="020B0604020202020204" pitchFamily="34" charset="0"/>
                <a:cs typeface="Arial" panose="020B0604020202020204" pitchFamily="34" charset="0"/>
              </a:rPr>
              <a:t>Diagrama de Caso de Uso</a:t>
            </a:r>
          </a:p>
        </p:txBody>
      </p:sp>
      <p:pic>
        <p:nvPicPr>
          <p:cNvPr id="13" name="Graphic 12">
            <a:extLst>
              <a:ext uri="{FF2B5EF4-FFF2-40B4-BE49-F238E27FC236}">
                <a16:creationId xmlns:a16="http://schemas.microsoft.com/office/drawing/2014/main" id="{9A97A3A8-06B1-744D-03FF-69BBB661AB1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34943" y="344778"/>
            <a:ext cx="652531" cy="652531"/>
          </a:xfrm>
          <a:prstGeom prst="rect">
            <a:avLst/>
          </a:prstGeom>
        </p:spPr>
      </p:pic>
      <p:pic>
        <p:nvPicPr>
          <p:cNvPr id="3" name="Picture 2">
            <a:extLst>
              <a:ext uri="{FF2B5EF4-FFF2-40B4-BE49-F238E27FC236}">
                <a16:creationId xmlns:a16="http://schemas.microsoft.com/office/drawing/2014/main" id="{6724E536-870A-35BE-CF35-BC4D522C0A21}"/>
              </a:ext>
            </a:extLst>
          </p:cNvPr>
          <p:cNvPicPr>
            <a:picLocks noChangeAspect="1"/>
          </p:cNvPicPr>
          <p:nvPr/>
        </p:nvPicPr>
        <p:blipFill>
          <a:blip r:embed="rId4"/>
          <a:stretch>
            <a:fillRect/>
          </a:stretch>
        </p:blipFill>
        <p:spPr>
          <a:xfrm>
            <a:off x="430481" y="1275474"/>
            <a:ext cx="7905825" cy="3523248"/>
          </a:xfrm>
          <a:prstGeom prst="rect">
            <a:avLst/>
          </a:prstGeom>
        </p:spPr>
      </p:pic>
    </p:spTree>
    <p:extLst>
      <p:ext uri="{BB962C8B-B14F-4D97-AF65-F5344CB8AC3E}">
        <p14:creationId xmlns:p14="http://schemas.microsoft.com/office/powerpoint/2010/main" val="2239554668"/>
      </p:ext>
    </p:extLst>
  </p:cSld>
  <p:clrMapOvr>
    <a:masterClrMapping/>
  </p:clrMapOvr>
  <p:transition>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3836;p13">
            <a:extLst>
              <a:ext uri="{FF2B5EF4-FFF2-40B4-BE49-F238E27FC236}">
                <a16:creationId xmlns:a16="http://schemas.microsoft.com/office/drawing/2014/main" id="{9199CBC9-9442-4371-9793-BFDC992591B4}"/>
              </a:ext>
            </a:extLst>
          </p:cNvPr>
          <p:cNvSpPr txBox="1">
            <a:spLocks/>
          </p:cNvSpPr>
          <p:nvPr/>
        </p:nvSpPr>
        <p:spPr>
          <a:xfrm>
            <a:off x="2968716" y="1686122"/>
            <a:ext cx="5215542" cy="19790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2"/>
              </a:buClr>
              <a:buSzPts val="6000"/>
              <a:buFont typeface="Dosis ExtraLight"/>
              <a:buNone/>
              <a:defRPr sz="6000" b="0" i="0" u="none" strike="noStrike" cap="none">
                <a:solidFill>
                  <a:schemeClr val="accent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accent2"/>
              </a:buClr>
              <a:buSzPts val="6000"/>
              <a:buFont typeface="Dosis ExtraLight"/>
              <a:buNone/>
              <a:defRPr sz="6000" b="0" i="0" u="none" strike="noStrike" cap="none">
                <a:solidFill>
                  <a:schemeClr val="accent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accent2"/>
              </a:buClr>
              <a:buSzPts val="6000"/>
              <a:buFont typeface="Dosis ExtraLight"/>
              <a:buNone/>
              <a:defRPr sz="6000" b="0" i="0" u="none" strike="noStrike" cap="none">
                <a:solidFill>
                  <a:schemeClr val="accent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accent2"/>
              </a:buClr>
              <a:buSzPts val="6000"/>
              <a:buFont typeface="Dosis ExtraLight"/>
              <a:buNone/>
              <a:defRPr sz="6000" b="0" i="0" u="none" strike="noStrike" cap="none">
                <a:solidFill>
                  <a:schemeClr val="accent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accent2"/>
              </a:buClr>
              <a:buSzPts val="6000"/>
              <a:buFont typeface="Dosis ExtraLight"/>
              <a:buNone/>
              <a:defRPr sz="6000" b="0" i="0" u="none" strike="noStrike" cap="none">
                <a:solidFill>
                  <a:schemeClr val="accent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accent2"/>
              </a:buClr>
              <a:buSzPts val="6000"/>
              <a:buFont typeface="Dosis ExtraLight"/>
              <a:buNone/>
              <a:defRPr sz="6000" b="0" i="0" u="none" strike="noStrike" cap="none">
                <a:solidFill>
                  <a:schemeClr val="accent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accent2"/>
              </a:buClr>
              <a:buSzPts val="6000"/>
              <a:buFont typeface="Dosis ExtraLight"/>
              <a:buNone/>
              <a:defRPr sz="6000" b="0" i="0" u="none" strike="noStrike" cap="none">
                <a:solidFill>
                  <a:schemeClr val="accent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accent2"/>
              </a:buClr>
              <a:buSzPts val="6000"/>
              <a:buFont typeface="Dosis ExtraLight"/>
              <a:buNone/>
              <a:defRPr sz="6000" b="0" i="0" u="none" strike="noStrike" cap="none">
                <a:solidFill>
                  <a:schemeClr val="accent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accent2"/>
              </a:buClr>
              <a:buSzPts val="6000"/>
              <a:buFont typeface="Dosis ExtraLight"/>
              <a:buNone/>
              <a:defRPr sz="6000" b="0" i="0" u="none" strike="noStrike" cap="none">
                <a:solidFill>
                  <a:schemeClr val="accent2"/>
                </a:solidFill>
                <a:latin typeface="Dosis ExtraLight"/>
                <a:ea typeface="Dosis ExtraLight"/>
                <a:cs typeface="Dosis ExtraLight"/>
                <a:sym typeface="Dosis ExtraLight"/>
              </a:defRPr>
            </a:lvl9pPr>
          </a:lstStyle>
          <a:p>
            <a:r>
              <a:rPr lang="pt-BR" sz="3300" b="1" dirty="0">
                <a:solidFill>
                  <a:schemeClr val="tx1">
                    <a:lumMod val="75000"/>
                    <a:lumOff val="25000"/>
                  </a:schemeClr>
                </a:solidFill>
                <a:latin typeface="Arial" panose="020B0604020202020204" pitchFamily="34" charset="0"/>
                <a:cs typeface="Arial" panose="020B0604020202020204" pitchFamily="34" charset="0"/>
              </a:rPr>
              <a:t>DÚVIDAS? </a:t>
            </a:r>
          </a:p>
          <a:p>
            <a:endParaRPr lang="pt-BR" sz="3300" b="1" dirty="0">
              <a:solidFill>
                <a:schemeClr val="tx1">
                  <a:lumMod val="75000"/>
                  <a:lumOff val="25000"/>
                </a:schemeClr>
              </a:solidFill>
              <a:latin typeface="Arial" panose="020B0604020202020204" pitchFamily="34" charset="0"/>
              <a:cs typeface="Arial" panose="020B0604020202020204" pitchFamily="34" charset="0"/>
            </a:endParaRPr>
          </a:p>
          <a:p>
            <a:r>
              <a:rPr lang="pt-BR" sz="3300" b="1" dirty="0">
                <a:solidFill>
                  <a:schemeClr val="tx1">
                    <a:lumMod val="75000"/>
                    <a:lumOff val="25000"/>
                  </a:schemeClr>
                </a:solidFill>
                <a:latin typeface="Arial" panose="020B0604020202020204" pitchFamily="34" charset="0"/>
                <a:cs typeface="Arial" panose="020B0604020202020204" pitchFamily="34" charset="0"/>
              </a:rPr>
              <a:t>	                       			       PERGUNTAS?</a:t>
            </a:r>
          </a:p>
          <a:p>
            <a:pPr algn="r"/>
            <a:endParaRPr lang="pt-BR" sz="2400" dirty="0">
              <a:solidFill>
                <a:schemeClr val="accent2">
                  <a:lumMod val="40000"/>
                  <a:lumOff val="60000"/>
                </a:schemeClr>
              </a:solidFill>
            </a:endParaRPr>
          </a:p>
        </p:txBody>
      </p:sp>
      <p:sp>
        <p:nvSpPr>
          <p:cNvPr id="3" name="Rectangle 2">
            <a:extLst>
              <a:ext uri="{FF2B5EF4-FFF2-40B4-BE49-F238E27FC236}">
                <a16:creationId xmlns:a16="http://schemas.microsoft.com/office/drawing/2014/main" id="{B4830ED1-6967-8EE0-1743-4AE7973C2C9B}"/>
              </a:ext>
            </a:extLst>
          </p:cNvPr>
          <p:cNvSpPr/>
          <p:nvPr/>
        </p:nvSpPr>
        <p:spPr>
          <a:xfrm>
            <a:off x="8501007" y="0"/>
            <a:ext cx="642994"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5" name="Rectangle 4">
            <a:extLst>
              <a:ext uri="{FF2B5EF4-FFF2-40B4-BE49-F238E27FC236}">
                <a16:creationId xmlns:a16="http://schemas.microsoft.com/office/drawing/2014/main" id="{2D7984C3-2432-F2F8-07A8-28715AABE848}"/>
              </a:ext>
            </a:extLst>
          </p:cNvPr>
          <p:cNvSpPr/>
          <p:nvPr/>
        </p:nvSpPr>
        <p:spPr>
          <a:xfrm>
            <a:off x="-9285" y="1"/>
            <a:ext cx="2001587" cy="5143499"/>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Tree>
    <p:extLst>
      <p:ext uri="{BB962C8B-B14F-4D97-AF65-F5344CB8AC3E}">
        <p14:creationId xmlns:p14="http://schemas.microsoft.com/office/powerpoint/2010/main" val="1700623286"/>
      </p:ext>
    </p:extLst>
  </p:cSld>
  <p:clrMapOvr>
    <a:masterClrMapping/>
  </p:clrMapOvr>
  <p:transition>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BFE222-EF3D-F0BA-9FFE-9766F80F56E6}"/>
              </a:ext>
            </a:extLst>
          </p:cNvPr>
          <p:cNvSpPr/>
          <p:nvPr/>
        </p:nvSpPr>
        <p:spPr>
          <a:xfrm>
            <a:off x="0" y="0"/>
            <a:ext cx="9144000" cy="5143500"/>
          </a:xfrm>
          <a:prstGeom prst="rect">
            <a:avLst/>
          </a:prstGeom>
          <a:solidFill>
            <a:srgbClr val="5353FF"/>
          </a:solidFill>
          <a:ln>
            <a:solidFill>
              <a:srgbClr val="535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dirty="0"/>
          </a:p>
        </p:txBody>
      </p:sp>
      <p:pic>
        <p:nvPicPr>
          <p:cNvPr id="6" name="Graphic 5">
            <a:extLst>
              <a:ext uri="{FF2B5EF4-FFF2-40B4-BE49-F238E27FC236}">
                <a16:creationId xmlns:a16="http://schemas.microsoft.com/office/drawing/2014/main" id="{0D1C6F5D-0958-6F77-E65F-DFDA2EBCED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60044" y="302692"/>
            <a:ext cx="845533" cy="744437"/>
          </a:xfrm>
          <a:prstGeom prst="rect">
            <a:avLst/>
          </a:prstGeom>
        </p:spPr>
      </p:pic>
      <p:sp>
        <p:nvSpPr>
          <p:cNvPr id="36" name="TextBox 35">
            <a:extLst>
              <a:ext uri="{FF2B5EF4-FFF2-40B4-BE49-F238E27FC236}">
                <a16:creationId xmlns:a16="http://schemas.microsoft.com/office/drawing/2014/main" id="{14FA966C-753B-DABF-BD69-C05D37B37EBF}"/>
              </a:ext>
            </a:extLst>
          </p:cNvPr>
          <p:cNvSpPr txBox="1"/>
          <p:nvPr/>
        </p:nvSpPr>
        <p:spPr>
          <a:xfrm>
            <a:off x="873864" y="771529"/>
            <a:ext cx="6756746" cy="715581"/>
          </a:xfrm>
          <a:prstGeom prst="rect">
            <a:avLst/>
          </a:prstGeom>
          <a:noFill/>
        </p:spPr>
        <p:txBody>
          <a:bodyPr wrap="square" rtlCol="0">
            <a:spAutoFit/>
          </a:bodyPr>
          <a:lstStyle/>
          <a:p>
            <a:r>
              <a:rPr lang="pt-BR" sz="4050" b="1" dirty="0">
                <a:solidFill>
                  <a:schemeClr val="bg1"/>
                </a:solidFill>
                <a:latin typeface="Arial" panose="020B0604020202020204" pitchFamily="34" charset="0"/>
                <a:cs typeface="Arial" panose="020B0604020202020204" pitchFamily="34" charset="0"/>
              </a:rPr>
              <a:t>Atividade </a:t>
            </a:r>
            <a:r>
              <a:rPr lang="pt-BR" sz="2400" dirty="0">
                <a:solidFill>
                  <a:schemeClr val="bg1"/>
                </a:solidFill>
                <a:latin typeface="Arial" panose="020B0604020202020204" pitchFamily="34" charset="0"/>
                <a:cs typeface="Arial" panose="020B0604020202020204" pitchFamily="34" charset="0"/>
              </a:rPr>
              <a:t>(UML)</a:t>
            </a:r>
          </a:p>
        </p:txBody>
      </p:sp>
      <p:sp>
        <p:nvSpPr>
          <p:cNvPr id="37" name="Rectangle 36">
            <a:extLst>
              <a:ext uri="{FF2B5EF4-FFF2-40B4-BE49-F238E27FC236}">
                <a16:creationId xmlns:a16="http://schemas.microsoft.com/office/drawing/2014/main" id="{2412CE40-A2EA-2887-5398-B5CB0175860D}"/>
              </a:ext>
            </a:extLst>
          </p:cNvPr>
          <p:cNvSpPr/>
          <p:nvPr/>
        </p:nvSpPr>
        <p:spPr>
          <a:xfrm rot="5400000">
            <a:off x="400491" y="1108017"/>
            <a:ext cx="616708" cy="95312"/>
          </a:xfrm>
          <a:prstGeom prst="rect">
            <a:avLst/>
          </a:prstGeom>
          <a:solidFill>
            <a:srgbClr val="FFA042"/>
          </a:solidFill>
          <a:ln>
            <a:solidFill>
              <a:srgbClr val="FFA0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50"/>
          </a:p>
        </p:txBody>
      </p:sp>
      <p:sp>
        <p:nvSpPr>
          <p:cNvPr id="9" name="CaixaDeTexto 5">
            <a:extLst>
              <a:ext uri="{FF2B5EF4-FFF2-40B4-BE49-F238E27FC236}">
                <a16:creationId xmlns:a16="http://schemas.microsoft.com/office/drawing/2014/main" id="{B2647845-39E2-DACD-3014-BC900850E97D}"/>
              </a:ext>
            </a:extLst>
          </p:cNvPr>
          <p:cNvSpPr txBox="1"/>
          <p:nvPr/>
        </p:nvSpPr>
        <p:spPr>
          <a:xfrm>
            <a:off x="756501" y="1745644"/>
            <a:ext cx="7838859" cy="1754326"/>
          </a:xfrm>
          <a:prstGeom prst="rect">
            <a:avLst/>
          </a:prstGeom>
          <a:noFill/>
        </p:spPr>
        <p:txBody>
          <a:bodyPr wrap="square">
            <a:spAutoFit/>
          </a:bodyPr>
          <a:lstStyle/>
          <a:p>
            <a:pPr marL="76198" algn="just"/>
            <a:r>
              <a:rPr lang="pt-BR" sz="1800" dirty="0">
                <a:solidFill>
                  <a:schemeClr val="bg1"/>
                </a:solidFill>
                <a:latin typeface="Arial" panose="020B0604020202020204" pitchFamily="34" charset="0"/>
                <a:cs typeface="Arial" panose="020B0604020202020204" pitchFamily="34" charset="0"/>
              </a:rPr>
              <a:t>Escolher 3 funcionalidades / requisitos de sistema (cadastrar, logar, criar um dado, listar algo) do projeto de SA. Em equipes, utilizando ferramenta para criação que desejar, elaborar diagramas de caso de uso para cada uma das funcionalidades.</a:t>
            </a:r>
          </a:p>
          <a:p>
            <a:pPr marL="76198" algn="just"/>
            <a:endParaRPr lang="pt-BR" sz="1800" dirty="0">
              <a:solidFill>
                <a:schemeClr val="bg1"/>
              </a:solidFill>
              <a:latin typeface="Arial" panose="020B0604020202020204" pitchFamily="34" charset="0"/>
              <a:cs typeface="Arial" panose="020B0604020202020204" pitchFamily="34" charset="0"/>
            </a:endParaRPr>
          </a:p>
          <a:p>
            <a:pPr marL="76198" algn="just"/>
            <a:r>
              <a:rPr lang="pt-BR" sz="1800" dirty="0">
                <a:solidFill>
                  <a:schemeClr val="bg1"/>
                </a:solidFill>
                <a:latin typeface="Arial" panose="020B0604020202020204" pitchFamily="34" charset="0"/>
                <a:cs typeface="Arial" panose="020B0604020202020204" pitchFamily="34" charset="0"/>
              </a:rPr>
              <a:t>- Enviar no AVA (e incluir na documentação da SA).</a:t>
            </a:r>
          </a:p>
        </p:txBody>
      </p:sp>
    </p:spTree>
    <p:extLst>
      <p:ext uri="{BB962C8B-B14F-4D97-AF65-F5344CB8AC3E}">
        <p14:creationId xmlns:p14="http://schemas.microsoft.com/office/powerpoint/2010/main" val="3793138335"/>
      </p:ext>
    </p:extLst>
  </p:cSld>
  <p:clrMapOvr>
    <a:masterClrMapping/>
  </p:clrMapOvr>
  <p:transition>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9228</TotalTime>
  <Words>724</Words>
  <Application>Microsoft Office PowerPoint</Application>
  <PresentationFormat>Apresentação na tela (16:9)</PresentationFormat>
  <Paragraphs>104</Paragraphs>
  <Slides>18</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18</vt:i4>
      </vt:variant>
    </vt:vector>
  </HeadingPairs>
  <TitlesOfParts>
    <vt:vector size="22" baseType="lpstr">
      <vt:lpstr>Calibri Light</vt:lpstr>
      <vt:lpstr>Arial</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Lucas Naspolini</dc:creator>
  <cp:lastModifiedBy>Professor</cp:lastModifiedBy>
  <cp:revision>158</cp:revision>
  <dcterms:modified xsi:type="dcterms:W3CDTF">2025-11-19T22:23:00Z</dcterms:modified>
</cp:coreProperties>
</file>